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rimo Bold" charset="1" panose="020B0704020202020204"/>
      <p:regular r:id="rId27"/>
    </p:embeddedFont>
    <p:embeddedFont>
      <p:font typeface="Arimo" charset="1" panose="020B06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" y="619125"/>
            <a:ext cx="17745075" cy="9048750"/>
            <a:chOff x="0" y="0"/>
            <a:chExt cx="236601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0" y="60410"/>
              <a:ext cx="23571200" cy="11944256"/>
            </a:xfrm>
            <a:custGeom>
              <a:avLst/>
              <a:gdLst/>
              <a:ahLst/>
              <a:cxnLst/>
              <a:rect r="r" b="b" t="t" l="l"/>
              <a:pathLst>
                <a:path h="11944256" w="23571200">
                  <a:moveTo>
                    <a:pt x="0" y="715254"/>
                  </a:moveTo>
                  <a:cubicBezTo>
                    <a:pt x="0" y="320173"/>
                    <a:pt x="237109" y="0"/>
                    <a:pt x="529590" y="0"/>
                  </a:cubicBezTo>
                  <a:lnTo>
                    <a:pt x="23041611" y="0"/>
                  </a:lnTo>
                  <a:cubicBezTo>
                    <a:pt x="23334092" y="0"/>
                    <a:pt x="23571200" y="320173"/>
                    <a:pt x="23571200" y="715254"/>
                  </a:cubicBezTo>
                  <a:lnTo>
                    <a:pt x="23571200" y="11229002"/>
                  </a:lnTo>
                  <a:cubicBezTo>
                    <a:pt x="23571200" y="11624084"/>
                    <a:pt x="23334092" y="11944256"/>
                    <a:pt x="23041611" y="11944256"/>
                  </a:cubicBezTo>
                  <a:lnTo>
                    <a:pt x="529590" y="11944256"/>
                  </a:lnTo>
                  <a:cubicBezTo>
                    <a:pt x="237109" y="11944256"/>
                    <a:pt x="0" y="11624084"/>
                    <a:pt x="0" y="11229002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60100" cy="12065056"/>
            </a:xfrm>
            <a:custGeom>
              <a:avLst/>
              <a:gdLst/>
              <a:ahLst/>
              <a:cxnLst/>
              <a:rect r="r" b="b" t="t" l="l"/>
              <a:pathLst>
                <a:path h="12065056" w="23660100">
                  <a:moveTo>
                    <a:pt x="0" y="775664"/>
                  </a:moveTo>
                  <a:cubicBezTo>
                    <a:pt x="0" y="346926"/>
                    <a:pt x="257302" y="0"/>
                    <a:pt x="574040" y="0"/>
                  </a:cubicBezTo>
                  <a:lnTo>
                    <a:pt x="23086061" y="0"/>
                  </a:lnTo>
                  <a:lnTo>
                    <a:pt x="23086061" y="60410"/>
                  </a:lnTo>
                  <a:lnTo>
                    <a:pt x="23086061" y="0"/>
                  </a:lnTo>
                  <a:cubicBezTo>
                    <a:pt x="23402798" y="0"/>
                    <a:pt x="23660100" y="346926"/>
                    <a:pt x="23660100" y="775664"/>
                  </a:cubicBezTo>
                  <a:lnTo>
                    <a:pt x="23615650" y="775664"/>
                  </a:lnTo>
                  <a:lnTo>
                    <a:pt x="23660100" y="775664"/>
                  </a:lnTo>
                  <a:lnTo>
                    <a:pt x="23660100" y="11289412"/>
                  </a:lnTo>
                  <a:lnTo>
                    <a:pt x="23615650" y="11289412"/>
                  </a:lnTo>
                  <a:lnTo>
                    <a:pt x="23660100" y="11289412"/>
                  </a:lnTo>
                  <a:cubicBezTo>
                    <a:pt x="23660100" y="11718151"/>
                    <a:pt x="23402798" y="12065056"/>
                    <a:pt x="23086061" y="12065056"/>
                  </a:cubicBezTo>
                  <a:lnTo>
                    <a:pt x="23086061" y="12004666"/>
                  </a:lnTo>
                  <a:lnTo>
                    <a:pt x="23086061" y="12065056"/>
                  </a:lnTo>
                  <a:lnTo>
                    <a:pt x="574040" y="12065056"/>
                  </a:lnTo>
                  <a:lnTo>
                    <a:pt x="574040" y="12004666"/>
                  </a:lnTo>
                  <a:lnTo>
                    <a:pt x="574040" y="12065056"/>
                  </a:lnTo>
                  <a:cubicBezTo>
                    <a:pt x="257302" y="12065056"/>
                    <a:pt x="0" y="11718151"/>
                    <a:pt x="0" y="11289412"/>
                  </a:cubicBezTo>
                  <a:lnTo>
                    <a:pt x="0" y="775664"/>
                  </a:lnTo>
                  <a:lnTo>
                    <a:pt x="44450" y="775664"/>
                  </a:lnTo>
                  <a:lnTo>
                    <a:pt x="0" y="775664"/>
                  </a:lnTo>
                  <a:moveTo>
                    <a:pt x="88900" y="775664"/>
                  </a:moveTo>
                  <a:lnTo>
                    <a:pt x="88900" y="11289412"/>
                  </a:lnTo>
                  <a:lnTo>
                    <a:pt x="44450" y="11289412"/>
                  </a:lnTo>
                  <a:lnTo>
                    <a:pt x="88900" y="11289412"/>
                  </a:lnTo>
                  <a:cubicBezTo>
                    <a:pt x="88900" y="11650663"/>
                    <a:pt x="305816" y="11944256"/>
                    <a:pt x="574040" y="11944256"/>
                  </a:cubicBezTo>
                  <a:lnTo>
                    <a:pt x="23086061" y="11944256"/>
                  </a:lnTo>
                  <a:cubicBezTo>
                    <a:pt x="23354285" y="11944256"/>
                    <a:pt x="23571200" y="11650663"/>
                    <a:pt x="23571200" y="11289412"/>
                  </a:cubicBezTo>
                  <a:lnTo>
                    <a:pt x="23571200" y="775664"/>
                  </a:lnTo>
                  <a:cubicBezTo>
                    <a:pt x="23571200" y="414412"/>
                    <a:pt x="23354285" y="120820"/>
                    <a:pt x="23086061" y="120820"/>
                  </a:cubicBezTo>
                  <a:lnTo>
                    <a:pt x="574040" y="120820"/>
                  </a:lnTo>
                  <a:lnTo>
                    <a:pt x="574040" y="60410"/>
                  </a:lnTo>
                  <a:lnTo>
                    <a:pt x="574040" y="120820"/>
                  </a:lnTo>
                  <a:cubicBezTo>
                    <a:pt x="305816" y="120820"/>
                    <a:pt x="88900" y="414412"/>
                    <a:pt x="88900" y="775664"/>
                  </a:cubicBezTo>
                  <a:close/>
                </a:path>
              </a:pathLst>
            </a:custGeom>
            <a:solidFill>
              <a:srgbClr val="4A644E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66712" y="1705930"/>
            <a:ext cx="7158037" cy="6875141"/>
          </a:xfrm>
          <a:custGeom>
            <a:avLst/>
            <a:gdLst/>
            <a:ahLst/>
            <a:cxnLst/>
            <a:rect r="r" b="b" t="t" l="l"/>
            <a:pathLst>
              <a:path h="6875141" w="7158037">
                <a:moveTo>
                  <a:pt x="0" y="0"/>
                </a:moveTo>
                <a:lnTo>
                  <a:pt x="7158038" y="0"/>
                </a:lnTo>
                <a:lnTo>
                  <a:pt x="7158038" y="6875140"/>
                </a:lnTo>
                <a:lnTo>
                  <a:pt x="0" y="6875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345" t="-2496" r="-21987" b="-789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429500" y="879713"/>
            <a:ext cx="10134266" cy="8350012"/>
            <a:chOff x="0" y="0"/>
            <a:chExt cx="2669107" cy="21991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9107" cy="2199180"/>
            </a:xfrm>
            <a:custGeom>
              <a:avLst/>
              <a:gdLst/>
              <a:ahLst/>
              <a:cxnLst/>
              <a:rect r="r" b="b" t="t" l="l"/>
              <a:pathLst>
                <a:path h="2199180" w="2669107">
                  <a:moveTo>
                    <a:pt x="38961" y="0"/>
                  </a:moveTo>
                  <a:lnTo>
                    <a:pt x="2630146" y="0"/>
                  </a:lnTo>
                  <a:cubicBezTo>
                    <a:pt x="2651664" y="0"/>
                    <a:pt x="2669107" y="17443"/>
                    <a:pt x="2669107" y="38961"/>
                  </a:cubicBezTo>
                  <a:lnTo>
                    <a:pt x="2669107" y="2160219"/>
                  </a:lnTo>
                  <a:cubicBezTo>
                    <a:pt x="2669107" y="2181737"/>
                    <a:pt x="2651664" y="2199180"/>
                    <a:pt x="2630146" y="2199180"/>
                  </a:cubicBezTo>
                  <a:lnTo>
                    <a:pt x="38961" y="2199180"/>
                  </a:lnTo>
                  <a:cubicBezTo>
                    <a:pt x="17443" y="2199180"/>
                    <a:pt x="0" y="2181737"/>
                    <a:pt x="0" y="2160219"/>
                  </a:cubicBezTo>
                  <a:lnTo>
                    <a:pt x="0" y="38961"/>
                  </a:lnTo>
                  <a:cubicBezTo>
                    <a:pt x="0" y="17443"/>
                    <a:pt x="17443" y="0"/>
                    <a:pt x="38961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669107" cy="229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854070" y="936863"/>
            <a:ext cx="10769031" cy="326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1"/>
              </a:lnSpc>
            </a:pPr>
            <a:r>
              <a:rPr lang="en-US" sz="684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BioMade: Eco-Friendly Solutions for a Sustainable Future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4070" y="4498368"/>
            <a:ext cx="10162467" cy="43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8"/>
              </a:lnSpc>
            </a:pPr>
            <a:r>
              <a:rPr lang="en-US" sz="4233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BioMade is a company dedicated to providing sustainable and eco-friendly alternatives to plastic products. We are committed to reducing plastic waste and promoting a circular economy.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581025"/>
            <a:ext cx="17678400" cy="9124950"/>
            <a:chOff x="0" y="0"/>
            <a:chExt cx="23571200" cy="1216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71200" cy="12166587"/>
            </a:xfrm>
            <a:custGeom>
              <a:avLst/>
              <a:gdLst/>
              <a:ahLst/>
              <a:cxnLst/>
              <a:rect r="r" b="b" t="t" l="l"/>
              <a:pathLst>
                <a:path h="12166587" w="23571200">
                  <a:moveTo>
                    <a:pt x="0" y="834893"/>
                  </a:moveTo>
                  <a:cubicBezTo>
                    <a:pt x="0" y="373727"/>
                    <a:pt x="235585" y="0"/>
                    <a:pt x="526288" y="0"/>
                  </a:cubicBezTo>
                  <a:lnTo>
                    <a:pt x="23044913" y="0"/>
                  </a:lnTo>
                  <a:cubicBezTo>
                    <a:pt x="23335614" y="0"/>
                    <a:pt x="23571200" y="373727"/>
                    <a:pt x="23571200" y="834893"/>
                  </a:cubicBezTo>
                  <a:lnTo>
                    <a:pt x="23571200" y="11331694"/>
                  </a:lnTo>
                  <a:cubicBezTo>
                    <a:pt x="23571200" y="11792859"/>
                    <a:pt x="23335614" y="12166587"/>
                    <a:pt x="23044913" y="12166587"/>
                  </a:cubicBezTo>
                  <a:lnTo>
                    <a:pt x="526288" y="12166587"/>
                  </a:lnTo>
                  <a:cubicBezTo>
                    <a:pt x="235585" y="12166587"/>
                    <a:pt x="0" y="11792859"/>
                    <a:pt x="0" y="11331694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752108"/>
            <a:ext cx="7781033" cy="5506192"/>
            <a:chOff x="0" y="0"/>
            <a:chExt cx="2049325" cy="14501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9325" cy="1450191"/>
            </a:xfrm>
            <a:custGeom>
              <a:avLst/>
              <a:gdLst/>
              <a:ahLst/>
              <a:cxnLst/>
              <a:rect r="r" b="b" t="t" l="l"/>
              <a:pathLst>
                <a:path h="1450191" w="2049325">
                  <a:moveTo>
                    <a:pt x="50744" y="0"/>
                  </a:moveTo>
                  <a:lnTo>
                    <a:pt x="1998582" y="0"/>
                  </a:lnTo>
                  <a:cubicBezTo>
                    <a:pt x="2026607" y="0"/>
                    <a:pt x="2049325" y="22719"/>
                    <a:pt x="2049325" y="50744"/>
                  </a:cubicBezTo>
                  <a:lnTo>
                    <a:pt x="2049325" y="1399447"/>
                  </a:lnTo>
                  <a:cubicBezTo>
                    <a:pt x="2049325" y="1427472"/>
                    <a:pt x="2026607" y="1450191"/>
                    <a:pt x="1998582" y="1450191"/>
                  </a:cubicBezTo>
                  <a:lnTo>
                    <a:pt x="50744" y="1450191"/>
                  </a:lnTo>
                  <a:cubicBezTo>
                    <a:pt x="22719" y="1450191"/>
                    <a:pt x="0" y="1427472"/>
                    <a:pt x="0" y="1399447"/>
                  </a:cubicBezTo>
                  <a:lnTo>
                    <a:pt x="0" y="50744"/>
                  </a:lnTo>
                  <a:cubicBezTo>
                    <a:pt x="0" y="22719"/>
                    <a:pt x="22719" y="0"/>
                    <a:pt x="50744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049325" cy="1545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28191" y="1383692"/>
            <a:ext cx="16719202" cy="140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8799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The Problem: Plastic Pollution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4612" y="4139780"/>
            <a:ext cx="5864505" cy="8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6"/>
              </a:lnSpc>
            </a:pPr>
            <a:r>
              <a:rPr lang="en-US" sz="51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Global Challenge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998" y="5093345"/>
            <a:ext cx="7545735" cy="382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7"/>
              </a:lnSpc>
            </a:pPr>
            <a:r>
              <a:rPr lang="en-US" sz="38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Over 300 million tons of plastic are produced annually, with much of it ending up as waste. Plastic waste takes centuries to decompose, harming wildlife and ecosystems.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09645" y="3752108"/>
            <a:ext cx="7781033" cy="5506192"/>
            <a:chOff x="0" y="0"/>
            <a:chExt cx="2049325" cy="14501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9325" cy="1450191"/>
            </a:xfrm>
            <a:custGeom>
              <a:avLst/>
              <a:gdLst/>
              <a:ahLst/>
              <a:cxnLst/>
              <a:rect r="r" b="b" t="t" l="l"/>
              <a:pathLst>
                <a:path h="1450191" w="2049325">
                  <a:moveTo>
                    <a:pt x="50744" y="0"/>
                  </a:moveTo>
                  <a:lnTo>
                    <a:pt x="1998582" y="0"/>
                  </a:lnTo>
                  <a:cubicBezTo>
                    <a:pt x="2026607" y="0"/>
                    <a:pt x="2049325" y="22719"/>
                    <a:pt x="2049325" y="50744"/>
                  </a:cubicBezTo>
                  <a:lnTo>
                    <a:pt x="2049325" y="1399447"/>
                  </a:lnTo>
                  <a:cubicBezTo>
                    <a:pt x="2049325" y="1427472"/>
                    <a:pt x="2026607" y="1450191"/>
                    <a:pt x="1998582" y="1450191"/>
                  </a:cubicBezTo>
                  <a:lnTo>
                    <a:pt x="50744" y="1450191"/>
                  </a:lnTo>
                  <a:cubicBezTo>
                    <a:pt x="22719" y="1450191"/>
                    <a:pt x="0" y="1427472"/>
                    <a:pt x="0" y="1399447"/>
                  </a:cubicBezTo>
                  <a:lnTo>
                    <a:pt x="0" y="50744"/>
                  </a:lnTo>
                  <a:cubicBezTo>
                    <a:pt x="0" y="22719"/>
                    <a:pt x="22719" y="0"/>
                    <a:pt x="50744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2049325" cy="1545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723090" y="4139780"/>
            <a:ext cx="7545735" cy="79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2"/>
              </a:lnSpc>
            </a:pPr>
            <a:r>
              <a:rPr lang="en-US" sz="50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Bangladesh's Situation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70715" y="5093345"/>
            <a:ext cx="7545735" cy="382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7"/>
              </a:lnSpc>
            </a:pPr>
            <a:r>
              <a:rPr lang="en-US" sz="38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Plastic pollution is a growing environmental challenge in Bangladesh, impacting its natural beauty and the livelihoods of its people.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2593" y="619125"/>
            <a:ext cx="17282666" cy="9048750"/>
            <a:chOff x="0" y="0"/>
            <a:chExt cx="23043555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0" y="41219"/>
              <a:ext cx="22954614" cy="11982577"/>
            </a:xfrm>
            <a:custGeom>
              <a:avLst/>
              <a:gdLst/>
              <a:ahLst/>
              <a:cxnLst/>
              <a:rect r="r" b="b" t="t" l="l"/>
              <a:pathLst>
                <a:path h="11982577" w="22954614">
                  <a:moveTo>
                    <a:pt x="0" y="475195"/>
                  </a:moveTo>
                  <a:cubicBezTo>
                    <a:pt x="0" y="212807"/>
                    <a:pt x="230124" y="0"/>
                    <a:pt x="513969" y="0"/>
                  </a:cubicBezTo>
                  <a:lnTo>
                    <a:pt x="22440646" y="0"/>
                  </a:lnTo>
                  <a:cubicBezTo>
                    <a:pt x="22724490" y="0"/>
                    <a:pt x="22954614" y="212807"/>
                    <a:pt x="22954614" y="475195"/>
                  </a:cubicBezTo>
                  <a:lnTo>
                    <a:pt x="22954614" y="11507382"/>
                  </a:lnTo>
                  <a:cubicBezTo>
                    <a:pt x="22954614" y="11769886"/>
                    <a:pt x="22724490" y="11982577"/>
                    <a:pt x="22440646" y="11982577"/>
                  </a:cubicBezTo>
                  <a:lnTo>
                    <a:pt x="513969" y="11982577"/>
                  </a:lnTo>
                  <a:cubicBezTo>
                    <a:pt x="230124" y="11982577"/>
                    <a:pt x="0" y="11769769"/>
                    <a:pt x="0" y="11507382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43514" cy="12065016"/>
            </a:xfrm>
            <a:custGeom>
              <a:avLst/>
              <a:gdLst/>
              <a:ahLst/>
              <a:cxnLst/>
              <a:rect r="r" b="b" t="t" l="l"/>
              <a:pathLst>
                <a:path h="12065016" w="23043514">
                  <a:moveTo>
                    <a:pt x="0" y="516414"/>
                  </a:moveTo>
                  <a:cubicBezTo>
                    <a:pt x="0" y="231062"/>
                    <a:pt x="250190" y="0"/>
                    <a:pt x="558419" y="0"/>
                  </a:cubicBezTo>
                  <a:lnTo>
                    <a:pt x="22485096" y="0"/>
                  </a:lnTo>
                  <a:lnTo>
                    <a:pt x="22485096" y="41219"/>
                  </a:lnTo>
                  <a:lnTo>
                    <a:pt x="22485096" y="0"/>
                  </a:lnTo>
                  <a:cubicBezTo>
                    <a:pt x="22793452" y="0"/>
                    <a:pt x="23043514" y="231062"/>
                    <a:pt x="23043514" y="516414"/>
                  </a:cubicBezTo>
                  <a:lnTo>
                    <a:pt x="22999064" y="516414"/>
                  </a:lnTo>
                  <a:lnTo>
                    <a:pt x="23043514" y="516414"/>
                  </a:lnTo>
                  <a:lnTo>
                    <a:pt x="23043514" y="11548601"/>
                  </a:lnTo>
                  <a:lnTo>
                    <a:pt x="22999064" y="11548601"/>
                  </a:lnTo>
                  <a:lnTo>
                    <a:pt x="23043514" y="11548601"/>
                  </a:lnTo>
                  <a:cubicBezTo>
                    <a:pt x="23043514" y="11833953"/>
                    <a:pt x="22793325" y="12065016"/>
                    <a:pt x="22485096" y="12065016"/>
                  </a:cubicBezTo>
                  <a:lnTo>
                    <a:pt x="22485096" y="12023796"/>
                  </a:lnTo>
                  <a:lnTo>
                    <a:pt x="22485096" y="12065016"/>
                  </a:lnTo>
                  <a:lnTo>
                    <a:pt x="558419" y="12065016"/>
                  </a:lnTo>
                  <a:lnTo>
                    <a:pt x="558419" y="12023796"/>
                  </a:lnTo>
                  <a:lnTo>
                    <a:pt x="558419" y="12065016"/>
                  </a:lnTo>
                  <a:cubicBezTo>
                    <a:pt x="250190" y="12065016"/>
                    <a:pt x="0" y="11833953"/>
                    <a:pt x="0" y="11548601"/>
                  </a:cubicBezTo>
                  <a:lnTo>
                    <a:pt x="0" y="516414"/>
                  </a:lnTo>
                  <a:lnTo>
                    <a:pt x="44450" y="516414"/>
                  </a:lnTo>
                  <a:lnTo>
                    <a:pt x="0" y="516414"/>
                  </a:lnTo>
                  <a:moveTo>
                    <a:pt x="88900" y="516414"/>
                  </a:moveTo>
                  <a:lnTo>
                    <a:pt x="88900" y="11548601"/>
                  </a:lnTo>
                  <a:lnTo>
                    <a:pt x="44450" y="11548601"/>
                  </a:lnTo>
                  <a:lnTo>
                    <a:pt x="88900" y="11548601"/>
                  </a:lnTo>
                  <a:cubicBezTo>
                    <a:pt x="88900" y="11788142"/>
                    <a:pt x="298958" y="11982576"/>
                    <a:pt x="558419" y="11982576"/>
                  </a:cubicBezTo>
                  <a:lnTo>
                    <a:pt x="22485096" y="11982576"/>
                  </a:lnTo>
                  <a:cubicBezTo>
                    <a:pt x="22744557" y="11982576"/>
                    <a:pt x="22954614" y="11788142"/>
                    <a:pt x="22954614" y="11548601"/>
                  </a:cubicBezTo>
                  <a:lnTo>
                    <a:pt x="22954614" y="516414"/>
                  </a:lnTo>
                  <a:cubicBezTo>
                    <a:pt x="22954614" y="276873"/>
                    <a:pt x="22744557" y="82438"/>
                    <a:pt x="22485096" y="82438"/>
                  </a:cubicBezTo>
                  <a:lnTo>
                    <a:pt x="558419" y="82438"/>
                  </a:lnTo>
                  <a:lnTo>
                    <a:pt x="558419" y="41219"/>
                  </a:lnTo>
                  <a:lnTo>
                    <a:pt x="558419" y="82438"/>
                  </a:lnTo>
                  <a:cubicBezTo>
                    <a:pt x="298958" y="82438"/>
                    <a:pt x="88900" y="276873"/>
                    <a:pt x="88900" y="516414"/>
                  </a:cubicBezTo>
                  <a:close/>
                </a:path>
              </a:pathLst>
            </a:custGeom>
            <a:solidFill>
              <a:srgbClr val="4A644E"/>
            </a:solidFill>
          </p:spPr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502592" y="581620"/>
            <a:ext cx="17282666" cy="3336429"/>
          </a:xfrm>
          <a:custGeom>
            <a:avLst/>
            <a:gdLst/>
            <a:ahLst/>
            <a:cxnLst/>
            <a:rect r="r" b="b" t="t" l="l"/>
            <a:pathLst>
              <a:path h="3336429" w="17282666">
                <a:moveTo>
                  <a:pt x="0" y="0"/>
                </a:moveTo>
                <a:lnTo>
                  <a:pt x="17282667" y="0"/>
                </a:lnTo>
                <a:lnTo>
                  <a:pt x="17282667" y="3336429"/>
                </a:lnTo>
                <a:lnTo>
                  <a:pt x="0" y="333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" t="-179" r="0" b="-17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152900"/>
            <a:ext cx="16817876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6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BioMade's Solution: Biodegradable Alternatives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0124" y="5374640"/>
            <a:ext cx="4937969" cy="3887529"/>
            <a:chOff x="0" y="0"/>
            <a:chExt cx="6583958" cy="51833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934" cy="5183285"/>
            </a:xfrm>
            <a:custGeom>
              <a:avLst/>
              <a:gdLst/>
              <a:ahLst/>
              <a:cxnLst/>
              <a:rect r="r" b="b" t="t" l="l"/>
              <a:pathLst>
                <a:path h="5183285" w="6583934">
                  <a:moveTo>
                    <a:pt x="0" y="441824"/>
                  </a:moveTo>
                  <a:cubicBezTo>
                    <a:pt x="0" y="197787"/>
                    <a:pt x="143383" y="0"/>
                    <a:pt x="320294" y="0"/>
                  </a:cubicBezTo>
                  <a:lnTo>
                    <a:pt x="6263640" y="0"/>
                  </a:lnTo>
                  <a:cubicBezTo>
                    <a:pt x="6440551" y="0"/>
                    <a:pt x="6583934" y="197787"/>
                    <a:pt x="6583934" y="441824"/>
                  </a:cubicBezTo>
                  <a:lnTo>
                    <a:pt x="6583934" y="4741461"/>
                  </a:lnTo>
                  <a:cubicBezTo>
                    <a:pt x="6583934" y="4985498"/>
                    <a:pt x="6440551" y="5183285"/>
                    <a:pt x="6263640" y="5183285"/>
                  </a:cubicBezTo>
                  <a:lnTo>
                    <a:pt x="320294" y="5183285"/>
                  </a:lnTo>
                  <a:cubicBezTo>
                    <a:pt x="143383" y="5183285"/>
                    <a:pt x="0" y="4985498"/>
                    <a:pt x="0" y="4741461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74941" y="5374640"/>
            <a:ext cx="4937969" cy="3887529"/>
            <a:chOff x="0" y="0"/>
            <a:chExt cx="6583958" cy="51833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934" cy="5183285"/>
            </a:xfrm>
            <a:custGeom>
              <a:avLst/>
              <a:gdLst/>
              <a:ahLst/>
              <a:cxnLst/>
              <a:rect r="r" b="b" t="t" l="l"/>
              <a:pathLst>
                <a:path h="5183285" w="6583934">
                  <a:moveTo>
                    <a:pt x="0" y="441824"/>
                  </a:moveTo>
                  <a:cubicBezTo>
                    <a:pt x="0" y="197787"/>
                    <a:pt x="143383" y="0"/>
                    <a:pt x="320294" y="0"/>
                  </a:cubicBezTo>
                  <a:lnTo>
                    <a:pt x="6263640" y="0"/>
                  </a:lnTo>
                  <a:cubicBezTo>
                    <a:pt x="6440551" y="0"/>
                    <a:pt x="6583934" y="197787"/>
                    <a:pt x="6583934" y="441824"/>
                  </a:cubicBezTo>
                  <a:lnTo>
                    <a:pt x="6583934" y="4741461"/>
                  </a:lnTo>
                  <a:cubicBezTo>
                    <a:pt x="6583934" y="4985498"/>
                    <a:pt x="6440551" y="5183285"/>
                    <a:pt x="6263640" y="5183285"/>
                  </a:cubicBezTo>
                  <a:lnTo>
                    <a:pt x="320294" y="5183285"/>
                  </a:lnTo>
                  <a:cubicBezTo>
                    <a:pt x="143383" y="5183285"/>
                    <a:pt x="0" y="4985498"/>
                    <a:pt x="0" y="4741461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879759" y="5374640"/>
            <a:ext cx="4937969" cy="3887529"/>
            <a:chOff x="0" y="0"/>
            <a:chExt cx="6583958" cy="51833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934" cy="5183285"/>
            </a:xfrm>
            <a:custGeom>
              <a:avLst/>
              <a:gdLst/>
              <a:ahLst/>
              <a:cxnLst/>
              <a:rect r="r" b="b" t="t" l="l"/>
              <a:pathLst>
                <a:path h="5183285" w="6583934">
                  <a:moveTo>
                    <a:pt x="0" y="441824"/>
                  </a:moveTo>
                  <a:cubicBezTo>
                    <a:pt x="0" y="197787"/>
                    <a:pt x="143383" y="0"/>
                    <a:pt x="320294" y="0"/>
                  </a:cubicBezTo>
                  <a:lnTo>
                    <a:pt x="6263640" y="0"/>
                  </a:lnTo>
                  <a:cubicBezTo>
                    <a:pt x="6440551" y="0"/>
                    <a:pt x="6583934" y="197787"/>
                    <a:pt x="6583934" y="441824"/>
                  </a:cubicBezTo>
                  <a:lnTo>
                    <a:pt x="6583934" y="4741461"/>
                  </a:lnTo>
                  <a:cubicBezTo>
                    <a:pt x="6583934" y="4985498"/>
                    <a:pt x="6440551" y="5183285"/>
                    <a:pt x="6263640" y="5183285"/>
                  </a:cubicBezTo>
                  <a:lnTo>
                    <a:pt x="320294" y="5183285"/>
                  </a:lnTo>
                  <a:cubicBezTo>
                    <a:pt x="143383" y="5183285"/>
                    <a:pt x="0" y="4985498"/>
                    <a:pt x="0" y="4741461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822549" y="6213298"/>
            <a:ext cx="5010345" cy="2854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3"/>
              </a:lnSpc>
            </a:pPr>
            <a:r>
              <a:rPr lang="en-US" sz="352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BioMade offers biodegradable, eco-friendly alternatives to plastic products.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69025" y="6260923"/>
            <a:ext cx="4180779" cy="280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789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Plates, cups, spoons made from bagasse, rice husks, and bamboo fibers. Edible straws made from rice, wheat, and seaweed.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6972" y="5614811"/>
            <a:ext cx="4937969" cy="56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3"/>
              </a:lnSpc>
            </a:pPr>
            <a:r>
              <a:rPr lang="en-US" sz="35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Sustainable Products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69025" y="5614811"/>
            <a:ext cx="3336429" cy="56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3"/>
              </a:lnSpc>
            </a:pPr>
            <a:r>
              <a:rPr lang="en-US" sz="35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Product Range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32035" y="5607173"/>
            <a:ext cx="3336429" cy="56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3"/>
              </a:lnSpc>
            </a:pPr>
            <a:r>
              <a:rPr lang="en-US" sz="35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Key Benefits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32035" y="6441898"/>
            <a:ext cx="4585692" cy="239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4"/>
              </a:lnSpc>
            </a:pPr>
            <a:r>
              <a:rPr lang="en-US" sz="3999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100% compostable, affordable, and sustainable.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" y="619125"/>
            <a:ext cx="17745075" cy="9048750"/>
            <a:chOff x="0" y="0"/>
            <a:chExt cx="236601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0" y="61393"/>
              <a:ext cx="23571200" cy="11942249"/>
            </a:xfrm>
            <a:custGeom>
              <a:avLst/>
              <a:gdLst/>
              <a:ahLst/>
              <a:cxnLst/>
              <a:rect r="r" b="b" t="t" l="l"/>
              <a:pathLst>
                <a:path h="11942249" w="23571200">
                  <a:moveTo>
                    <a:pt x="0" y="726887"/>
                  </a:moveTo>
                  <a:cubicBezTo>
                    <a:pt x="0" y="325380"/>
                    <a:pt x="237109" y="0"/>
                    <a:pt x="529590" y="0"/>
                  </a:cubicBezTo>
                  <a:lnTo>
                    <a:pt x="23041611" y="0"/>
                  </a:lnTo>
                  <a:cubicBezTo>
                    <a:pt x="23334092" y="0"/>
                    <a:pt x="23571200" y="325380"/>
                    <a:pt x="23571200" y="726887"/>
                  </a:cubicBezTo>
                  <a:lnTo>
                    <a:pt x="23571200" y="11215361"/>
                  </a:lnTo>
                  <a:cubicBezTo>
                    <a:pt x="23571200" y="11616693"/>
                    <a:pt x="23334092" y="11942249"/>
                    <a:pt x="23041611" y="11942249"/>
                  </a:cubicBezTo>
                  <a:lnTo>
                    <a:pt x="529590" y="11942249"/>
                  </a:lnTo>
                  <a:cubicBezTo>
                    <a:pt x="237109" y="11942249"/>
                    <a:pt x="0" y="11616869"/>
                    <a:pt x="0" y="11215361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60100" cy="12065025"/>
            </a:xfrm>
            <a:custGeom>
              <a:avLst/>
              <a:gdLst/>
              <a:ahLst/>
              <a:cxnLst/>
              <a:rect r="r" b="b" t="t" l="l"/>
              <a:pathLst>
                <a:path h="12065025" w="23660100">
                  <a:moveTo>
                    <a:pt x="0" y="788280"/>
                  </a:moveTo>
                  <a:cubicBezTo>
                    <a:pt x="0" y="352568"/>
                    <a:pt x="257302" y="0"/>
                    <a:pt x="574040" y="0"/>
                  </a:cubicBezTo>
                  <a:lnTo>
                    <a:pt x="23086061" y="0"/>
                  </a:lnTo>
                  <a:lnTo>
                    <a:pt x="23086061" y="61393"/>
                  </a:lnTo>
                  <a:lnTo>
                    <a:pt x="23086061" y="0"/>
                  </a:lnTo>
                  <a:cubicBezTo>
                    <a:pt x="23402798" y="0"/>
                    <a:pt x="23660100" y="352568"/>
                    <a:pt x="23660100" y="788280"/>
                  </a:cubicBezTo>
                  <a:lnTo>
                    <a:pt x="23615650" y="788280"/>
                  </a:lnTo>
                  <a:lnTo>
                    <a:pt x="23660100" y="788280"/>
                  </a:lnTo>
                  <a:lnTo>
                    <a:pt x="23660100" y="11276754"/>
                  </a:lnTo>
                  <a:lnTo>
                    <a:pt x="23615650" y="11276754"/>
                  </a:lnTo>
                  <a:lnTo>
                    <a:pt x="23660100" y="11276754"/>
                  </a:lnTo>
                  <a:cubicBezTo>
                    <a:pt x="23660100" y="11712466"/>
                    <a:pt x="23402798" y="12065025"/>
                    <a:pt x="23086061" y="12065025"/>
                  </a:cubicBezTo>
                  <a:lnTo>
                    <a:pt x="23086061" y="12003642"/>
                  </a:lnTo>
                  <a:lnTo>
                    <a:pt x="23086061" y="12065025"/>
                  </a:lnTo>
                  <a:lnTo>
                    <a:pt x="574040" y="12065025"/>
                  </a:lnTo>
                  <a:lnTo>
                    <a:pt x="574040" y="12003642"/>
                  </a:lnTo>
                  <a:lnTo>
                    <a:pt x="574040" y="12065025"/>
                  </a:lnTo>
                  <a:cubicBezTo>
                    <a:pt x="257302" y="12065025"/>
                    <a:pt x="0" y="11712466"/>
                    <a:pt x="0" y="11276754"/>
                  </a:cubicBezTo>
                  <a:lnTo>
                    <a:pt x="0" y="788280"/>
                  </a:lnTo>
                  <a:lnTo>
                    <a:pt x="44450" y="788280"/>
                  </a:lnTo>
                  <a:lnTo>
                    <a:pt x="0" y="788280"/>
                  </a:lnTo>
                  <a:moveTo>
                    <a:pt x="88900" y="788280"/>
                  </a:moveTo>
                  <a:lnTo>
                    <a:pt x="88900" y="11276754"/>
                  </a:lnTo>
                  <a:lnTo>
                    <a:pt x="44450" y="11276754"/>
                  </a:lnTo>
                  <a:lnTo>
                    <a:pt x="88900" y="11276754"/>
                  </a:lnTo>
                  <a:cubicBezTo>
                    <a:pt x="88900" y="11643881"/>
                    <a:pt x="305816" y="11942249"/>
                    <a:pt x="574040" y="11942249"/>
                  </a:cubicBezTo>
                  <a:lnTo>
                    <a:pt x="23086061" y="11942249"/>
                  </a:lnTo>
                  <a:cubicBezTo>
                    <a:pt x="23354285" y="11942249"/>
                    <a:pt x="23571200" y="11643881"/>
                    <a:pt x="23571200" y="11276754"/>
                  </a:cubicBezTo>
                  <a:lnTo>
                    <a:pt x="23571200" y="788280"/>
                  </a:lnTo>
                  <a:cubicBezTo>
                    <a:pt x="23571200" y="421153"/>
                    <a:pt x="23354285" y="122785"/>
                    <a:pt x="23086061" y="122785"/>
                  </a:cubicBezTo>
                  <a:lnTo>
                    <a:pt x="574040" y="122785"/>
                  </a:lnTo>
                  <a:lnTo>
                    <a:pt x="574040" y="61393"/>
                  </a:lnTo>
                  <a:lnTo>
                    <a:pt x="574040" y="122785"/>
                  </a:lnTo>
                  <a:cubicBezTo>
                    <a:pt x="305816" y="122785"/>
                    <a:pt x="88900" y="421153"/>
                    <a:pt x="88900" y="788280"/>
                  </a:cubicBezTo>
                  <a:close/>
                </a:path>
              </a:pathLst>
            </a:custGeom>
            <a:solidFill>
              <a:srgbClr val="4A644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4011215"/>
            <a:ext cx="7675066" cy="5247085"/>
            <a:chOff x="0" y="0"/>
            <a:chExt cx="2021417" cy="13819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1417" cy="1381948"/>
            </a:xfrm>
            <a:custGeom>
              <a:avLst/>
              <a:gdLst/>
              <a:ahLst/>
              <a:cxnLst/>
              <a:rect r="r" b="b" t="t" l="l"/>
              <a:pathLst>
                <a:path h="1381948" w="2021417">
                  <a:moveTo>
                    <a:pt x="51444" y="0"/>
                  </a:moveTo>
                  <a:lnTo>
                    <a:pt x="1969972" y="0"/>
                  </a:lnTo>
                  <a:cubicBezTo>
                    <a:pt x="1998384" y="0"/>
                    <a:pt x="2021417" y="23032"/>
                    <a:pt x="2021417" y="51444"/>
                  </a:cubicBezTo>
                  <a:lnTo>
                    <a:pt x="2021417" y="1330504"/>
                  </a:lnTo>
                  <a:cubicBezTo>
                    <a:pt x="2021417" y="1344148"/>
                    <a:pt x="2015997" y="1357233"/>
                    <a:pt x="2006349" y="1366881"/>
                  </a:cubicBezTo>
                  <a:cubicBezTo>
                    <a:pt x="1996701" y="1376528"/>
                    <a:pt x="1983616" y="1381948"/>
                    <a:pt x="1969972" y="1381948"/>
                  </a:cubicBezTo>
                  <a:lnTo>
                    <a:pt x="51444" y="1381948"/>
                  </a:lnTo>
                  <a:cubicBezTo>
                    <a:pt x="23032" y="1381948"/>
                    <a:pt x="0" y="1358916"/>
                    <a:pt x="0" y="1330504"/>
                  </a:cubicBezTo>
                  <a:lnTo>
                    <a:pt x="0" y="51444"/>
                  </a:lnTo>
                  <a:cubicBezTo>
                    <a:pt x="0" y="23032"/>
                    <a:pt x="23032" y="0"/>
                    <a:pt x="51444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021417" cy="14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011215"/>
            <a:ext cx="7675066" cy="5247085"/>
            <a:chOff x="0" y="0"/>
            <a:chExt cx="2021417" cy="1381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1417" cy="1381948"/>
            </a:xfrm>
            <a:custGeom>
              <a:avLst/>
              <a:gdLst/>
              <a:ahLst/>
              <a:cxnLst/>
              <a:rect r="r" b="b" t="t" l="l"/>
              <a:pathLst>
                <a:path h="1381948" w="2021417">
                  <a:moveTo>
                    <a:pt x="51444" y="0"/>
                  </a:moveTo>
                  <a:lnTo>
                    <a:pt x="1969972" y="0"/>
                  </a:lnTo>
                  <a:cubicBezTo>
                    <a:pt x="1998384" y="0"/>
                    <a:pt x="2021417" y="23032"/>
                    <a:pt x="2021417" y="51444"/>
                  </a:cubicBezTo>
                  <a:lnTo>
                    <a:pt x="2021417" y="1330504"/>
                  </a:lnTo>
                  <a:cubicBezTo>
                    <a:pt x="2021417" y="1344148"/>
                    <a:pt x="2015997" y="1357233"/>
                    <a:pt x="2006349" y="1366881"/>
                  </a:cubicBezTo>
                  <a:cubicBezTo>
                    <a:pt x="1996701" y="1376528"/>
                    <a:pt x="1983616" y="1381948"/>
                    <a:pt x="1969972" y="1381948"/>
                  </a:cubicBezTo>
                  <a:lnTo>
                    <a:pt x="51444" y="1381948"/>
                  </a:lnTo>
                  <a:cubicBezTo>
                    <a:pt x="23032" y="1381948"/>
                    <a:pt x="0" y="1358916"/>
                    <a:pt x="0" y="1330504"/>
                  </a:cubicBezTo>
                  <a:lnTo>
                    <a:pt x="0" y="51444"/>
                  </a:lnTo>
                  <a:cubicBezTo>
                    <a:pt x="0" y="23032"/>
                    <a:pt x="23032" y="0"/>
                    <a:pt x="51444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021417" cy="14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98699" y="1380388"/>
            <a:ext cx="15290601" cy="199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63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Market Opportunity: Growing Demand for Biodegradable Products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997" y="4144565"/>
            <a:ext cx="7439769" cy="80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</a:pPr>
            <a:r>
              <a:rPr lang="en-US" sz="7062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$10B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7577" y="5329758"/>
            <a:ext cx="6492609" cy="79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2"/>
              </a:lnSpc>
            </a:pPr>
            <a:r>
              <a:rPr lang="en-US" sz="50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Market Size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5850" y="6165634"/>
            <a:ext cx="7439769" cy="273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5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The global biodegradable products market is projected to reach $10 billion by 2025.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14830" y="4144565"/>
            <a:ext cx="7439769" cy="80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</a:pPr>
            <a:r>
              <a:rPr lang="en-US" sz="7062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100%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3525" y="5273849"/>
            <a:ext cx="7439769" cy="85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2"/>
              </a:lnSpc>
            </a:pPr>
            <a:r>
              <a:rPr lang="en-US" sz="53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Consumer Awareness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2382" y="6104263"/>
            <a:ext cx="7439769" cy="27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1"/>
              </a:lnSpc>
            </a:pPr>
            <a:r>
              <a:rPr lang="en-US" sz="4599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Rising consumer awareness and government regulations drive demand.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" y="619125"/>
            <a:ext cx="17745075" cy="9048750"/>
            <a:chOff x="0" y="0"/>
            <a:chExt cx="236601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0" y="65647"/>
              <a:ext cx="23571200" cy="11933706"/>
            </a:xfrm>
            <a:custGeom>
              <a:avLst/>
              <a:gdLst/>
              <a:ahLst/>
              <a:cxnLst/>
              <a:rect r="r" b="b" t="t" l="l"/>
              <a:pathLst>
                <a:path h="11933706" w="23571200">
                  <a:moveTo>
                    <a:pt x="0" y="777262"/>
                  </a:moveTo>
                  <a:cubicBezTo>
                    <a:pt x="0" y="347930"/>
                    <a:pt x="237363" y="0"/>
                    <a:pt x="530098" y="0"/>
                  </a:cubicBezTo>
                  <a:lnTo>
                    <a:pt x="23041102" y="0"/>
                  </a:lnTo>
                  <a:cubicBezTo>
                    <a:pt x="23333838" y="0"/>
                    <a:pt x="23571200" y="347930"/>
                    <a:pt x="23571200" y="777262"/>
                  </a:cubicBezTo>
                  <a:lnTo>
                    <a:pt x="23571200" y="11156444"/>
                  </a:lnTo>
                  <a:cubicBezTo>
                    <a:pt x="23571200" y="11585777"/>
                    <a:pt x="23333838" y="11933706"/>
                    <a:pt x="23041102" y="11933706"/>
                  </a:cubicBezTo>
                  <a:lnTo>
                    <a:pt x="530098" y="11933706"/>
                  </a:lnTo>
                  <a:cubicBezTo>
                    <a:pt x="237363" y="11933706"/>
                    <a:pt x="0" y="11585777"/>
                    <a:pt x="0" y="11156444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60100" cy="12065000"/>
            </a:xfrm>
            <a:custGeom>
              <a:avLst/>
              <a:gdLst/>
              <a:ahLst/>
              <a:cxnLst/>
              <a:rect r="r" b="b" t="t" l="l"/>
              <a:pathLst>
                <a:path h="12065000" w="23660100">
                  <a:moveTo>
                    <a:pt x="0" y="842909"/>
                  </a:moveTo>
                  <a:cubicBezTo>
                    <a:pt x="0" y="377002"/>
                    <a:pt x="257556" y="0"/>
                    <a:pt x="574548" y="0"/>
                  </a:cubicBezTo>
                  <a:lnTo>
                    <a:pt x="23085552" y="0"/>
                  </a:lnTo>
                  <a:lnTo>
                    <a:pt x="23085552" y="65647"/>
                  </a:lnTo>
                  <a:lnTo>
                    <a:pt x="23085552" y="0"/>
                  </a:lnTo>
                  <a:cubicBezTo>
                    <a:pt x="23402544" y="0"/>
                    <a:pt x="23660100" y="377002"/>
                    <a:pt x="23660100" y="842909"/>
                  </a:cubicBezTo>
                  <a:lnTo>
                    <a:pt x="23615650" y="842909"/>
                  </a:lnTo>
                  <a:lnTo>
                    <a:pt x="23660100" y="842909"/>
                  </a:lnTo>
                  <a:lnTo>
                    <a:pt x="23660100" y="11222091"/>
                  </a:lnTo>
                  <a:lnTo>
                    <a:pt x="23615650" y="11222091"/>
                  </a:lnTo>
                  <a:lnTo>
                    <a:pt x="23660100" y="11222091"/>
                  </a:lnTo>
                  <a:cubicBezTo>
                    <a:pt x="23660100" y="11687998"/>
                    <a:pt x="23402544" y="12065000"/>
                    <a:pt x="23085552" y="12065000"/>
                  </a:cubicBezTo>
                  <a:lnTo>
                    <a:pt x="23085552" y="11999353"/>
                  </a:lnTo>
                  <a:lnTo>
                    <a:pt x="23085552" y="12065000"/>
                  </a:lnTo>
                  <a:lnTo>
                    <a:pt x="574548" y="12065000"/>
                  </a:lnTo>
                  <a:lnTo>
                    <a:pt x="574548" y="11999353"/>
                  </a:lnTo>
                  <a:lnTo>
                    <a:pt x="574548" y="12065000"/>
                  </a:lnTo>
                  <a:cubicBezTo>
                    <a:pt x="257556" y="12065000"/>
                    <a:pt x="0" y="11687998"/>
                    <a:pt x="0" y="11222091"/>
                  </a:cubicBezTo>
                  <a:lnTo>
                    <a:pt x="0" y="842909"/>
                  </a:lnTo>
                  <a:lnTo>
                    <a:pt x="44450" y="842909"/>
                  </a:lnTo>
                  <a:lnTo>
                    <a:pt x="0" y="842909"/>
                  </a:lnTo>
                  <a:moveTo>
                    <a:pt x="88900" y="842909"/>
                  </a:moveTo>
                  <a:lnTo>
                    <a:pt x="88900" y="11222091"/>
                  </a:lnTo>
                  <a:lnTo>
                    <a:pt x="44450" y="11222091"/>
                  </a:lnTo>
                  <a:lnTo>
                    <a:pt x="88900" y="11222091"/>
                  </a:lnTo>
                  <a:cubicBezTo>
                    <a:pt x="88900" y="11614661"/>
                    <a:pt x="306070" y="11933706"/>
                    <a:pt x="574548" y="11933706"/>
                  </a:cubicBezTo>
                  <a:lnTo>
                    <a:pt x="23085552" y="11933706"/>
                  </a:lnTo>
                  <a:cubicBezTo>
                    <a:pt x="23354030" y="11933706"/>
                    <a:pt x="23571200" y="11614661"/>
                    <a:pt x="23571200" y="11222091"/>
                  </a:cubicBezTo>
                  <a:lnTo>
                    <a:pt x="23571200" y="842909"/>
                  </a:lnTo>
                  <a:cubicBezTo>
                    <a:pt x="23571200" y="450339"/>
                    <a:pt x="23354030" y="131294"/>
                    <a:pt x="23085552" y="131294"/>
                  </a:cubicBezTo>
                  <a:lnTo>
                    <a:pt x="574548" y="131294"/>
                  </a:lnTo>
                  <a:lnTo>
                    <a:pt x="574548" y="65647"/>
                  </a:lnTo>
                  <a:lnTo>
                    <a:pt x="574548" y="131294"/>
                  </a:lnTo>
                  <a:cubicBezTo>
                    <a:pt x="306070" y="131294"/>
                    <a:pt x="88900" y="450339"/>
                    <a:pt x="88900" y="842909"/>
                  </a:cubicBezTo>
                  <a:close/>
                </a:path>
              </a:pathLst>
            </a:custGeom>
            <a:solidFill>
              <a:srgbClr val="4A644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3947897"/>
            <a:ext cx="7880598" cy="5310403"/>
            <a:chOff x="0" y="0"/>
            <a:chExt cx="2075548" cy="13986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5549" cy="1398625"/>
            </a:xfrm>
            <a:custGeom>
              <a:avLst/>
              <a:gdLst/>
              <a:ahLst/>
              <a:cxnLst/>
              <a:rect r="r" b="b" t="t" l="l"/>
              <a:pathLst>
                <a:path h="1398625" w="2075549">
                  <a:moveTo>
                    <a:pt x="50103" y="0"/>
                  </a:moveTo>
                  <a:lnTo>
                    <a:pt x="2025446" y="0"/>
                  </a:lnTo>
                  <a:cubicBezTo>
                    <a:pt x="2053117" y="0"/>
                    <a:pt x="2075549" y="22432"/>
                    <a:pt x="2075549" y="50103"/>
                  </a:cubicBezTo>
                  <a:lnTo>
                    <a:pt x="2075549" y="1348522"/>
                  </a:lnTo>
                  <a:cubicBezTo>
                    <a:pt x="2075549" y="1361810"/>
                    <a:pt x="2070270" y="1374554"/>
                    <a:pt x="2060874" y="1383950"/>
                  </a:cubicBezTo>
                  <a:cubicBezTo>
                    <a:pt x="2051478" y="1393346"/>
                    <a:pt x="2038734" y="1398625"/>
                    <a:pt x="2025446" y="1398625"/>
                  </a:cubicBezTo>
                  <a:lnTo>
                    <a:pt x="50103" y="1398625"/>
                  </a:lnTo>
                  <a:cubicBezTo>
                    <a:pt x="36815" y="1398625"/>
                    <a:pt x="24071" y="1393346"/>
                    <a:pt x="14675" y="1383950"/>
                  </a:cubicBezTo>
                  <a:cubicBezTo>
                    <a:pt x="5279" y="1374554"/>
                    <a:pt x="0" y="1361810"/>
                    <a:pt x="0" y="1348522"/>
                  </a:cubicBezTo>
                  <a:lnTo>
                    <a:pt x="0" y="50103"/>
                  </a:lnTo>
                  <a:cubicBezTo>
                    <a:pt x="0" y="36815"/>
                    <a:pt x="5279" y="24071"/>
                    <a:pt x="14675" y="14675"/>
                  </a:cubicBezTo>
                  <a:cubicBezTo>
                    <a:pt x="24071" y="5279"/>
                    <a:pt x="36815" y="0"/>
                    <a:pt x="50103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075548" cy="1493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69529" y="4122857"/>
            <a:ext cx="1130981" cy="1085742"/>
          </a:xfrm>
          <a:custGeom>
            <a:avLst/>
            <a:gdLst/>
            <a:ahLst/>
            <a:cxnLst/>
            <a:rect r="r" b="b" t="t" l="l"/>
            <a:pathLst>
              <a:path h="1085742" w="1130981">
                <a:moveTo>
                  <a:pt x="0" y="0"/>
                </a:moveTo>
                <a:lnTo>
                  <a:pt x="1130981" y="0"/>
                </a:lnTo>
                <a:lnTo>
                  <a:pt x="1130981" y="1085742"/>
                </a:lnTo>
                <a:lnTo>
                  <a:pt x="0" y="1085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378702" y="3890983"/>
            <a:ext cx="8288387" cy="5310403"/>
            <a:chOff x="0" y="0"/>
            <a:chExt cx="2182950" cy="13986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2950" cy="1398625"/>
            </a:xfrm>
            <a:custGeom>
              <a:avLst/>
              <a:gdLst/>
              <a:ahLst/>
              <a:cxnLst/>
              <a:rect r="r" b="b" t="t" l="l"/>
              <a:pathLst>
                <a:path h="1398625" w="2182950">
                  <a:moveTo>
                    <a:pt x="47637" y="0"/>
                  </a:moveTo>
                  <a:lnTo>
                    <a:pt x="2135312" y="0"/>
                  </a:lnTo>
                  <a:cubicBezTo>
                    <a:pt x="2161622" y="0"/>
                    <a:pt x="2182950" y="21328"/>
                    <a:pt x="2182950" y="47637"/>
                  </a:cubicBezTo>
                  <a:lnTo>
                    <a:pt x="2182950" y="1350987"/>
                  </a:lnTo>
                  <a:cubicBezTo>
                    <a:pt x="2182950" y="1363621"/>
                    <a:pt x="2177931" y="1375738"/>
                    <a:pt x="2168997" y="1384672"/>
                  </a:cubicBezTo>
                  <a:cubicBezTo>
                    <a:pt x="2160063" y="1393606"/>
                    <a:pt x="2147946" y="1398625"/>
                    <a:pt x="2135312" y="1398625"/>
                  </a:cubicBezTo>
                  <a:lnTo>
                    <a:pt x="47637" y="1398625"/>
                  </a:lnTo>
                  <a:cubicBezTo>
                    <a:pt x="21328" y="1398625"/>
                    <a:pt x="0" y="1377297"/>
                    <a:pt x="0" y="1350987"/>
                  </a:cubicBezTo>
                  <a:lnTo>
                    <a:pt x="0" y="47637"/>
                  </a:lnTo>
                  <a:cubicBezTo>
                    <a:pt x="0" y="21328"/>
                    <a:pt x="21328" y="0"/>
                    <a:pt x="47637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182950" cy="1493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675019" y="3994087"/>
            <a:ext cx="1164586" cy="1368090"/>
          </a:xfrm>
          <a:custGeom>
            <a:avLst/>
            <a:gdLst/>
            <a:ahLst/>
            <a:cxnLst/>
            <a:rect r="r" b="b" t="t" l="l"/>
            <a:pathLst>
              <a:path h="1368090" w="1164586">
                <a:moveTo>
                  <a:pt x="0" y="0"/>
                </a:moveTo>
                <a:lnTo>
                  <a:pt x="1164586" y="0"/>
                </a:lnTo>
                <a:lnTo>
                  <a:pt x="1164586" y="1368089"/>
                </a:lnTo>
                <a:lnTo>
                  <a:pt x="0" y="1368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69529" y="1481254"/>
            <a:ext cx="15290601" cy="189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5"/>
              </a:lnSpc>
            </a:pPr>
            <a:r>
              <a:rPr lang="en-US" sz="60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Target Audience: Restaurants, Catering Services, and Eco-Conscious Consumers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2854" y="5452847"/>
            <a:ext cx="4468953" cy="8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6"/>
              </a:lnSpc>
            </a:pPr>
            <a:r>
              <a:rPr lang="en-US" sz="51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Restaurants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5229" y="6365209"/>
            <a:ext cx="7439769" cy="252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4"/>
              </a:lnSpc>
            </a:pPr>
            <a:r>
              <a:rPr lang="en-US" sz="4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BioMade provides sustainable alternatives for restaurants and catering services.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5969" y="5562201"/>
            <a:ext cx="8901708" cy="73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9"/>
              </a:lnSpc>
            </a:pPr>
            <a:r>
              <a:rPr lang="en-US" sz="4599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Eco-Conscious Consumers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36919" y="6346159"/>
            <a:ext cx="8144470" cy="265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7"/>
              </a:lnSpc>
            </a:pPr>
            <a:r>
              <a:rPr lang="en-US" sz="44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BioMade caters to consumers who are looking for eco-friendly and sustainable products.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71200" cy="12064948"/>
            </a:xfrm>
            <a:custGeom>
              <a:avLst/>
              <a:gdLst/>
              <a:ahLst/>
              <a:cxnLst/>
              <a:rect r="r" b="b" t="t" l="l"/>
              <a:pathLst>
                <a:path h="12064948" w="23571200">
                  <a:moveTo>
                    <a:pt x="0" y="579309"/>
                  </a:moveTo>
                  <a:cubicBezTo>
                    <a:pt x="0" y="259382"/>
                    <a:pt x="235585" y="0"/>
                    <a:pt x="526161" y="0"/>
                  </a:cubicBezTo>
                  <a:lnTo>
                    <a:pt x="23045038" y="0"/>
                  </a:lnTo>
                  <a:cubicBezTo>
                    <a:pt x="23335614" y="0"/>
                    <a:pt x="23571200" y="259382"/>
                    <a:pt x="23571200" y="579309"/>
                  </a:cubicBezTo>
                  <a:lnTo>
                    <a:pt x="23571200" y="11485639"/>
                  </a:lnTo>
                  <a:cubicBezTo>
                    <a:pt x="23571200" y="11805566"/>
                    <a:pt x="23335614" y="12064948"/>
                    <a:pt x="23045038" y="12064948"/>
                  </a:cubicBezTo>
                  <a:lnTo>
                    <a:pt x="526161" y="12064948"/>
                  </a:lnTo>
                  <a:cubicBezTo>
                    <a:pt x="235585" y="12064949"/>
                    <a:pt x="0" y="11805566"/>
                    <a:pt x="0" y="11485639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304800" y="628650"/>
            <a:ext cx="17678400" cy="3426024"/>
          </a:xfrm>
          <a:custGeom>
            <a:avLst/>
            <a:gdLst/>
            <a:ahLst/>
            <a:cxnLst/>
            <a:rect r="r" b="b" t="t" l="l"/>
            <a:pathLst>
              <a:path h="3426024" w="17678400">
                <a:moveTo>
                  <a:pt x="0" y="0"/>
                </a:moveTo>
                <a:lnTo>
                  <a:pt x="17678400" y="0"/>
                </a:lnTo>
                <a:lnTo>
                  <a:pt x="17678400" y="3426024"/>
                </a:lnTo>
                <a:lnTo>
                  <a:pt x="0" y="3426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" r="0" b="-4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3998" y="4287394"/>
            <a:ext cx="11411146" cy="89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3"/>
              </a:lnSpc>
            </a:pPr>
            <a:r>
              <a:rPr lang="en-US" sz="5499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BioMade's Business Model: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2240" y="5636871"/>
            <a:ext cx="5070722" cy="2862256"/>
            <a:chOff x="0" y="0"/>
            <a:chExt cx="6760963" cy="38163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0972" cy="3816366"/>
            </a:xfrm>
            <a:custGeom>
              <a:avLst/>
              <a:gdLst/>
              <a:ahLst/>
              <a:cxnLst/>
              <a:rect r="r" b="b" t="t" l="l"/>
              <a:pathLst>
                <a:path h="3816366" w="6760972">
                  <a:moveTo>
                    <a:pt x="0" y="466620"/>
                  </a:moveTo>
                  <a:cubicBezTo>
                    <a:pt x="0" y="208808"/>
                    <a:pt x="147193" y="0"/>
                    <a:pt x="328930" y="0"/>
                  </a:cubicBezTo>
                  <a:lnTo>
                    <a:pt x="6432042" y="0"/>
                  </a:lnTo>
                  <a:cubicBezTo>
                    <a:pt x="6613652" y="0"/>
                    <a:pt x="6760972" y="208808"/>
                    <a:pt x="6760972" y="466620"/>
                  </a:cubicBezTo>
                  <a:lnTo>
                    <a:pt x="6760972" y="3349756"/>
                  </a:lnTo>
                  <a:cubicBezTo>
                    <a:pt x="6760972" y="3607388"/>
                    <a:pt x="6613779" y="3816366"/>
                    <a:pt x="6432042" y="3816366"/>
                  </a:cubicBezTo>
                  <a:lnTo>
                    <a:pt x="328930" y="3816366"/>
                  </a:lnTo>
                  <a:cubicBezTo>
                    <a:pt x="147320" y="3816366"/>
                    <a:pt x="0" y="3607568"/>
                    <a:pt x="0" y="3349756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37990" y="5926285"/>
            <a:ext cx="4274641" cy="56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5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Revenue Streams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08712" y="5636871"/>
            <a:ext cx="5070722" cy="2862256"/>
            <a:chOff x="0" y="0"/>
            <a:chExt cx="6760963" cy="38163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60972" cy="3816366"/>
            </a:xfrm>
            <a:custGeom>
              <a:avLst/>
              <a:gdLst/>
              <a:ahLst/>
              <a:cxnLst/>
              <a:rect r="r" b="b" t="t" l="l"/>
              <a:pathLst>
                <a:path h="3816366" w="6760972">
                  <a:moveTo>
                    <a:pt x="0" y="466620"/>
                  </a:moveTo>
                  <a:cubicBezTo>
                    <a:pt x="0" y="208808"/>
                    <a:pt x="147193" y="0"/>
                    <a:pt x="328930" y="0"/>
                  </a:cubicBezTo>
                  <a:lnTo>
                    <a:pt x="6432042" y="0"/>
                  </a:lnTo>
                  <a:cubicBezTo>
                    <a:pt x="6613652" y="0"/>
                    <a:pt x="6760972" y="208808"/>
                    <a:pt x="6760972" y="466620"/>
                  </a:cubicBezTo>
                  <a:lnTo>
                    <a:pt x="6760972" y="3349756"/>
                  </a:lnTo>
                  <a:cubicBezTo>
                    <a:pt x="6760972" y="3607388"/>
                    <a:pt x="6613779" y="3816366"/>
                    <a:pt x="6432042" y="3816366"/>
                  </a:cubicBezTo>
                  <a:lnTo>
                    <a:pt x="328930" y="3816366"/>
                  </a:lnTo>
                  <a:cubicBezTo>
                    <a:pt x="147320" y="3816366"/>
                    <a:pt x="0" y="3607568"/>
                    <a:pt x="0" y="3349756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82705" y="5945335"/>
            <a:ext cx="3426024" cy="56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5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Pricing Strategy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953429" y="5636871"/>
            <a:ext cx="5070722" cy="2862256"/>
            <a:chOff x="0" y="0"/>
            <a:chExt cx="6760963" cy="38163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60972" cy="3816366"/>
            </a:xfrm>
            <a:custGeom>
              <a:avLst/>
              <a:gdLst/>
              <a:ahLst/>
              <a:cxnLst/>
              <a:rect r="r" b="b" t="t" l="l"/>
              <a:pathLst>
                <a:path h="3816366" w="6760972">
                  <a:moveTo>
                    <a:pt x="0" y="466620"/>
                  </a:moveTo>
                  <a:cubicBezTo>
                    <a:pt x="0" y="208808"/>
                    <a:pt x="147193" y="0"/>
                    <a:pt x="328930" y="0"/>
                  </a:cubicBezTo>
                  <a:lnTo>
                    <a:pt x="6432042" y="0"/>
                  </a:lnTo>
                  <a:cubicBezTo>
                    <a:pt x="6613652" y="0"/>
                    <a:pt x="6760972" y="208808"/>
                    <a:pt x="6760972" y="466620"/>
                  </a:cubicBezTo>
                  <a:lnTo>
                    <a:pt x="6760972" y="3349756"/>
                  </a:lnTo>
                  <a:cubicBezTo>
                    <a:pt x="6760972" y="3607388"/>
                    <a:pt x="6613779" y="3816366"/>
                    <a:pt x="6432042" y="3816366"/>
                  </a:cubicBezTo>
                  <a:lnTo>
                    <a:pt x="328930" y="3816366"/>
                  </a:lnTo>
                  <a:cubicBezTo>
                    <a:pt x="147320" y="3816366"/>
                    <a:pt x="0" y="3607568"/>
                    <a:pt x="0" y="3349756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231885" y="5954860"/>
            <a:ext cx="5031879" cy="56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5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Distribution Channels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85615" y="6538317"/>
            <a:ext cx="4518272" cy="180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2"/>
              </a:lnSpc>
            </a:pPr>
            <a:r>
              <a:rPr lang="en-US" sz="3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B2B (bulk orders from businesses) and B2C (direct sales).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81589" y="6595467"/>
            <a:ext cx="4522737" cy="119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2"/>
              </a:lnSpc>
            </a:pPr>
            <a:r>
              <a:rPr lang="en-US" sz="3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Competitive pricing for mass adoption.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27421" y="6519267"/>
            <a:ext cx="4402325" cy="180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2"/>
              </a:lnSpc>
            </a:pPr>
            <a:r>
              <a:rPr lang="en-US" sz="3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Online platforms, retail partnerships, and direct sales.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71200" cy="12065071"/>
            </a:xfrm>
            <a:custGeom>
              <a:avLst/>
              <a:gdLst/>
              <a:ahLst/>
              <a:cxnLst/>
              <a:rect r="r" b="b" t="t" l="l"/>
              <a:pathLst>
                <a:path h="12065071" w="23571200">
                  <a:moveTo>
                    <a:pt x="0" y="749322"/>
                  </a:moveTo>
                  <a:cubicBezTo>
                    <a:pt x="0" y="335423"/>
                    <a:pt x="235585" y="0"/>
                    <a:pt x="526288" y="0"/>
                  </a:cubicBezTo>
                  <a:lnTo>
                    <a:pt x="23044913" y="0"/>
                  </a:lnTo>
                  <a:cubicBezTo>
                    <a:pt x="23335614" y="0"/>
                    <a:pt x="23571200" y="335423"/>
                    <a:pt x="23571200" y="749322"/>
                  </a:cubicBezTo>
                  <a:lnTo>
                    <a:pt x="23571200" y="11315779"/>
                  </a:lnTo>
                  <a:cubicBezTo>
                    <a:pt x="23571200" y="11729498"/>
                    <a:pt x="23335614" y="12065071"/>
                    <a:pt x="23044913" y="12065071"/>
                  </a:cubicBezTo>
                  <a:lnTo>
                    <a:pt x="526288" y="12065071"/>
                  </a:lnTo>
                  <a:cubicBezTo>
                    <a:pt x="235585" y="12064920"/>
                    <a:pt x="0" y="11729498"/>
                    <a:pt x="0" y="11315779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63997" y="2451345"/>
            <a:ext cx="3631704" cy="2244478"/>
          </a:xfrm>
          <a:custGeom>
            <a:avLst/>
            <a:gdLst/>
            <a:ahLst/>
            <a:cxnLst/>
            <a:rect r="r" b="b" t="t" l="l"/>
            <a:pathLst>
              <a:path h="2244478" w="3631704">
                <a:moveTo>
                  <a:pt x="0" y="0"/>
                </a:moveTo>
                <a:lnTo>
                  <a:pt x="3631704" y="0"/>
                </a:lnTo>
                <a:lnTo>
                  <a:pt x="3631704" y="2244477"/>
                </a:lnTo>
                <a:lnTo>
                  <a:pt x="0" y="2244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903" r="0" b="-3090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306765" y="2451345"/>
            <a:ext cx="3631704" cy="2244478"/>
          </a:xfrm>
          <a:custGeom>
            <a:avLst/>
            <a:gdLst/>
            <a:ahLst/>
            <a:cxnLst/>
            <a:rect r="r" b="b" t="t" l="l"/>
            <a:pathLst>
              <a:path h="2244478" w="3631704">
                <a:moveTo>
                  <a:pt x="0" y="0"/>
                </a:moveTo>
                <a:lnTo>
                  <a:pt x="3631704" y="0"/>
                </a:lnTo>
                <a:lnTo>
                  <a:pt x="3631704" y="2244477"/>
                </a:lnTo>
                <a:lnTo>
                  <a:pt x="0" y="2244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903" r="0" b="-3090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20881" y="2432682"/>
            <a:ext cx="3631882" cy="2244090"/>
          </a:xfrm>
          <a:custGeom>
            <a:avLst/>
            <a:gdLst/>
            <a:ahLst/>
            <a:cxnLst/>
            <a:rect r="r" b="b" t="t" l="l"/>
            <a:pathLst>
              <a:path h="2244090" w="3631882">
                <a:moveTo>
                  <a:pt x="0" y="0"/>
                </a:moveTo>
                <a:lnTo>
                  <a:pt x="3631882" y="0"/>
                </a:lnTo>
                <a:lnTo>
                  <a:pt x="3631882" y="2244090"/>
                </a:lnTo>
                <a:lnTo>
                  <a:pt x="0" y="2244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69" t="-118016" r="0" b="-9606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19504" y="2470395"/>
            <a:ext cx="3263046" cy="2225427"/>
          </a:xfrm>
          <a:custGeom>
            <a:avLst/>
            <a:gdLst/>
            <a:ahLst/>
            <a:cxnLst/>
            <a:rect r="r" b="b" t="t" l="l"/>
            <a:pathLst>
              <a:path h="2225427" w="3263046">
                <a:moveTo>
                  <a:pt x="0" y="0"/>
                </a:moveTo>
                <a:lnTo>
                  <a:pt x="3263046" y="0"/>
                </a:lnTo>
                <a:lnTo>
                  <a:pt x="3263046" y="2225427"/>
                </a:lnTo>
                <a:lnTo>
                  <a:pt x="0" y="2225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8628" r="0" b="-277539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21122" y="4867272"/>
            <a:ext cx="3774579" cy="4165202"/>
            <a:chOff x="0" y="0"/>
            <a:chExt cx="994128" cy="10970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4128" cy="1097008"/>
            </a:xfrm>
            <a:custGeom>
              <a:avLst/>
              <a:gdLst/>
              <a:ahLst/>
              <a:cxnLst/>
              <a:rect r="r" b="b" t="t" l="l"/>
              <a:pathLst>
                <a:path h="1097008" w="994128">
                  <a:moveTo>
                    <a:pt x="104605" y="0"/>
                  </a:moveTo>
                  <a:lnTo>
                    <a:pt x="889523" y="0"/>
                  </a:lnTo>
                  <a:cubicBezTo>
                    <a:pt x="917266" y="0"/>
                    <a:pt x="943873" y="11021"/>
                    <a:pt x="963490" y="30638"/>
                  </a:cubicBezTo>
                  <a:cubicBezTo>
                    <a:pt x="983107" y="50255"/>
                    <a:pt x="994128" y="76862"/>
                    <a:pt x="994128" y="104605"/>
                  </a:cubicBezTo>
                  <a:lnTo>
                    <a:pt x="994128" y="992404"/>
                  </a:lnTo>
                  <a:cubicBezTo>
                    <a:pt x="994128" y="1020146"/>
                    <a:pt x="983107" y="1046753"/>
                    <a:pt x="963490" y="1066370"/>
                  </a:cubicBezTo>
                  <a:cubicBezTo>
                    <a:pt x="943873" y="1085987"/>
                    <a:pt x="917266" y="1097008"/>
                    <a:pt x="889523" y="1097008"/>
                  </a:cubicBezTo>
                  <a:lnTo>
                    <a:pt x="104605" y="1097008"/>
                  </a:lnTo>
                  <a:cubicBezTo>
                    <a:pt x="76862" y="1097008"/>
                    <a:pt x="50255" y="1085987"/>
                    <a:pt x="30638" y="1066370"/>
                  </a:cubicBezTo>
                  <a:cubicBezTo>
                    <a:pt x="11021" y="1046753"/>
                    <a:pt x="0" y="1020146"/>
                    <a:pt x="0" y="992404"/>
                  </a:cubicBezTo>
                  <a:lnTo>
                    <a:pt x="0" y="104605"/>
                  </a:lnTo>
                  <a:cubicBezTo>
                    <a:pt x="0" y="76862"/>
                    <a:pt x="11021" y="50255"/>
                    <a:pt x="30638" y="30638"/>
                  </a:cubicBezTo>
                  <a:cubicBezTo>
                    <a:pt x="50255" y="11021"/>
                    <a:pt x="76862" y="0"/>
                    <a:pt x="104605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994128" cy="1192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971550"/>
            <a:ext cx="17128108" cy="103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11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Product Showcase: A Glimpse into BioMade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997" y="5086048"/>
            <a:ext cx="3631704" cy="884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Biodegradable Plates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35328" y="4867272"/>
            <a:ext cx="3774579" cy="4165202"/>
            <a:chOff x="0" y="0"/>
            <a:chExt cx="994128" cy="1097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4128" cy="1097008"/>
            </a:xfrm>
            <a:custGeom>
              <a:avLst/>
              <a:gdLst/>
              <a:ahLst/>
              <a:cxnLst/>
              <a:rect r="r" b="b" t="t" l="l"/>
              <a:pathLst>
                <a:path h="1097008" w="994128">
                  <a:moveTo>
                    <a:pt x="104605" y="0"/>
                  </a:moveTo>
                  <a:lnTo>
                    <a:pt x="889523" y="0"/>
                  </a:lnTo>
                  <a:cubicBezTo>
                    <a:pt x="917266" y="0"/>
                    <a:pt x="943873" y="11021"/>
                    <a:pt x="963490" y="30638"/>
                  </a:cubicBezTo>
                  <a:cubicBezTo>
                    <a:pt x="983107" y="50255"/>
                    <a:pt x="994128" y="76862"/>
                    <a:pt x="994128" y="104605"/>
                  </a:cubicBezTo>
                  <a:lnTo>
                    <a:pt x="994128" y="992404"/>
                  </a:lnTo>
                  <a:cubicBezTo>
                    <a:pt x="994128" y="1020146"/>
                    <a:pt x="983107" y="1046753"/>
                    <a:pt x="963490" y="1066370"/>
                  </a:cubicBezTo>
                  <a:cubicBezTo>
                    <a:pt x="943873" y="1085987"/>
                    <a:pt x="917266" y="1097008"/>
                    <a:pt x="889523" y="1097008"/>
                  </a:cubicBezTo>
                  <a:lnTo>
                    <a:pt x="104605" y="1097008"/>
                  </a:lnTo>
                  <a:cubicBezTo>
                    <a:pt x="76862" y="1097008"/>
                    <a:pt x="50255" y="1085987"/>
                    <a:pt x="30638" y="1066370"/>
                  </a:cubicBezTo>
                  <a:cubicBezTo>
                    <a:pt x="11021" y="1046753"/>
                    <a:pt x="0" y="1020146"/>
                    <a:pt x="0" y="992404"/>
                  </a:cubicBezTo>
                  <a:lnTo>
                    <a:pt x="0" y="104605"/>
                  </a:lnTo>
                  <a:cubicBezTo>
                    <a:pt x="0" y="76862"/>
                    <a:pt x="11021" y="50255"/>
                    <a:pt x="30638" y="30638"/>
                  </a:cubicBezTo>
                  <a:cubicBezTo>
                    <a:pt x="50255" y="11021"/>
                    <a:pt x="76862" y="0"/>
                    <a:pt x="104605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994128" cy="1192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93532" y="5086048"/>
            <a:ext cx="3477220" cy="45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Biodegradable Cups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49533" y="4867272"/>
            <a:ext cx="3774579" cy="4165202"/>
            <a:chOff x="0" y="0"/>
            <a:chExt cx="994128" cy="10970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4128" cy="1097008"/>
            </a:xfrm>
            <a:custGeom>
              <a:avLst/>
              <a:gdLst/>
              <a:ahLst/>
              <a:cxnLst/>
              <a:rect r="r" b="b" t="t" l="l"/>
              <a:pathLst>
                <a:path h="1097008" w="994128">
                  <a:moveTo>
                    <a:pt x="104605" y="0"/>
                  </a:moveTo>
                  <a:lnTo>
                    <a:pt x="889523" y="0"/>
                  </a:lnTo>
                  <a:cubicBezTo>
                    <a:pt x="917266" y="0"/>
                    <a:pt x="943873" y="11021"/>
                    <a:pt x="963490" y="30638"/>
                  </a:cubicBezTo>
                  <a:cubicBezTo>
                    <a:pt x="983107" y="50255"/>
                    <a:pt x="994128" y="76862"/>
                    <a:pt x="994128" y="104605"/>
                  </a:cubicBezTo>
                  <a:lnTo>
                    <a:pt x="994128" y="992404"/>
                  </a:lnTo>
                  <a:cubicBezTo>
                    <a:pt x="994128" y="1020146"/>
                    <a:pt x="983107" y="1046753"/>
                    <a:pt x="963490" y="1066370"/>
                  </a:cubicBezTo>
                  <a:cubicBezTo>
                    <a:pt x="943873" y="1085987"/>
                    <a:pt x="917266" y="1097008"/>
                    <a:pt x="889523" y="1097008"/>
                  </a:cubicBezTo>
                  <a:lnTo>
                    <a:pt x="104605" y="1097008"/>
                  </a:lnTo>
                  <a:cubicBezTo>
                    <a:pt x="76862" y="1097008"/>
                    <a:pt x="50255" y="1085987"/>
                    <a:pt x="30638" y="1066370"/>
                  </a:cubicBezTo>
                  <a:cubicBezTo>
                    <a:pt x="11021" y="1046753"/>
                    <a:pt x="0" y="1020146"/>
                    <a:pt x="0" y="992404"/>
                  </a:cubicBezTo>
                  <a:lnTo>
                    <a:pt x="0" y="104605"/>
                  </a:lnTo>
                  <a:cubicBezTo>
                    <a:pt x="0" y="76862"/>
                    <a:pt x="11021" y="50255"/>
                    <a:pt x="30638" y="30638"/>
                  </a:cubicBezTo>
                  <a:cubicBezTo>
                    <a:pt x="50255" y="11021"/>
                    <a:pt x="76862" y="0"/>
                    <a:pt x="104605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994128" cy="1192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473356" y="5105488"/>
            <a:ext cx="4495923" cy="41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6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Biodegradable Spoons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463738" y="4867272"/>
            <a:ext cx="3774579" cy="4165202"/>
            <a:chOff x="0" y="0"/>
            <a:chExt cx="994128" cy="10970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4128" cy="1097008"/>
            </a:xfrm>
            <a:custGeom>
              <a:avLst/>
              <a:gdLst/>
              <a:ahLst/>
              <a:cxnLst/>
              <a:rect r="r" b="b" t="t" l="l"/>
              <a:pathLst>
                <a:path h="1097008" w="994128">
                  <a:moveTo>
                    <a:pt x="104605" y="0"/>
                  </a:moveTo>
                  <a:lnTo>
                    <a:pt x="889523" y="0"/>
                  </a:lnTo>
                  <a:cubicBezTo>
                    <a:pt x="917266" y="0"/>
                    <a:pt x="943873" y="11021"/>
                    <a:pt x="963490" y="30638"/>
                  </a:cubicBezTo>
                  <a:cubicBezTo>
                    <a:pt x="983107" y="50255"/>
                    <a:pt x="994128" y="76862"/>
                    <a:pt x="994128" y="104605"/>
                  </a:cubicBezTo>
                  <a:lnTo>
                    <a:pt x="994128" y="992404"/>
                  </a:lnTo>
                  <a:cubicBezTo>
                    <a:pt x="994128" y="1020146"/>
                    <a:pt x="983107" y="1046753"/>
                    <a:pt x="963490" y="1066370"/>
                  </a:cubicBezTo>
                  <a:cubicBezTo>
                    <a:pt x="943873" y="1085987"/>
                    <a:pt x="917266" y="1097008"/>
                    <a:pt x="889523" y="1097008"/>
                  </a:cubicBezTo>
                  <a:lnTo>
                    <a:pt x="104605" y="1097008"/>
                  </a:lnTo>
                  <a:cubicBezTo>
                    <a:pt x="76862" y="1097008"/>
                    <a:pt x="50255" y="1085987"/>
                    <a:pt x="30638" y="1066370"/>
                  </a:cubicBezTo>
                  <a:cubicBezTo>
                    <a:pt x="11021" y="1046753"/>
                    <a:pt x="0" y="1020146"/>
                    <a:pt x="0" y="992404"/>
                  </a:cubicBezTo>
                  <a:lnTo>
                    <a:pt x="0" y="104605"/>
                  </a:lnTo>
                  <a:cubicBezTo>
                    <a:pt x="0" y="76862"/>
                    <a:pt x="11021" y="50255"/>
                    <a:pt x="30638" y="30638"/>
                  </a:cubicBezTo>
                  <a:cubicBezTo>
                    <a:pt x="50255" y="11021"/>
                    <a:pt x="76862" y="0"/>
                    <a:pt x="104605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994128" cy="1192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871376" y="5086048"/>
            <a:ext cx="3426024" cy="43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Edible Straws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61840" y="5642716"/>
            <a:ext cx="3426024" cy="337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Our straws are made from rice, wheat, or seaweed and come in a variety of flavors. They are a fun and eco-friendly alternative to plastic straws.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98088" y="5681708"/>
            <a:ext cx="3426024" cy="295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Our plant-based spoons are strong, durable, and perfect for everyday use. They are a great alternative to plastic cutlery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61048" y="5642716"/>
            <a:ext cx="3629401" cy="295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Our cups are designed to hold both hot and cold beverages. Made from sustainable materials, they are a great alternative to disposable plastic cups.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3997" y="5681708"/>
            <a:ext cx="3737968" cy="293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1"/>
              </a:lnSpc>
            </a:pPr>
            <a:r>
              <a:rPr lang="en-US" sz="311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Made from bagasse or rice husks, our plates are durable, microwave-safe, and perfect for both hot and cold foods.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71200" cy="12065119"/>
            </a:xfrm>
            <a:custGeom>
              <a:avLst/>
              <a:gdLst/>
              <a:ahLst/>
              <a:cxnLst/>
              <a:rect r="r" b="b" t="t" l="l"/>
              <a:pathLst>
                <a:path h="12065119" w="23571200">
                  <a:moveTo>
                    <a:pt x="0" y="563261"/>
                  </a:moveTo>
                  <a:cubicBezTo>
                    <a:pt x="0" y="252136"/>
                    <a:pt x="235585" y="0"/>
                    <a:pt x="526288" y="0"/>
                  </a:cubicBezTo>
                  <a:lnTo>
                    <a:pt x="23044913" y="0"/>
                  </a:lnTo>
                  <a:cubicBezTo>
                    <a:pt x="23335614" y="0"/>
                    <a:pt x="23571200" y="252136"/>
                    <a:pt x="23571200" y="563261"/>
                  </a:cubicBezTo>
                  <a:lnTo>
                    <a:pt x="23571200" y="11501865"/>
                  </a:lnTo>
                  <a:cubicBezTo>
                    <a:pt x="23571200" y="11812856"/>
                    <a:pt x="23335614" y="12065119"/>
                    <a:pt x="23044913" y="12065119"/>
                  </a:cubicBezTo>
                  <a:lnTo>
                    <a:pt x="526288" y="12065119"/>
                  </a:lnTo>
                  <a:cubicBezTo>
                    <a:pt x="235585" y="12064991"/>
                    <a:pt x="0" y="11812856"/>
                    <a:pt x="0" y="11501865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288734" y="619125"/>
            <a:ext cx="6471188" cy="9048750"/>
          </a:xfrm>
          <a:custGeom>
            <a:avLst/>
            <a:gdLst/>
            <a:ahLst/>
            <a:cxnLst/>
            <a:rect r="r" b="b" t="t" l="l"/>
            <a:pathLst>
              <a:path h="9048750" w="6471188">
                <a:moveTo>
                  <a:pt x="0" y="0"/>
                </a:moveTo>
                <a:lnTo>
                  <a:pt x="6471188" y="0"/>
                </a:lnTo>
                <a:lnTo>
                  <a:pt x="6471188" y="9048750"/>
                </a:lnTo>
                <a:lnTo>
                  <a:pt x="0" y="904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29" t="-2427" r="-6129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2794719"/>
            <a:ext cx="4439867" cy="3086100"/>
            <a:chOff x="0" y="0"/>
            <a:chExt cx="1169348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9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169348">
                  <a:moveTo>
                    <a:pt x="88930" y="0"/>
                  </a:moveTo>
                  <a:lnTo>
                    <a:pt x="1080417" y="0"/>
                  </a:lnTo>
                  <a:cubicBezTo>
                    <a:pt x="1104003" y="0"/>
                    <a:pt x="1126623" y="9369"/>
                    <a:pt x="1143301" y="26047"/>
                  </a:cubicBezTo>
                  <a:cubicBezTo>
                    <a:pt x="1159978" y="42725"/>
                    <a:pt x="1169348" y="65344"/>
                    <a:pt x="1169348" y="88930"/>
                  </a:cubicBezTo>
                  <a:lnTo>
                    <a:pt x="1169348" y="723870"/>
                  </a:lnTo>
                  <a:cubicBezTo>
                    <a:pt x="1169348" y="772985"/>
                    <a:pt x="1129532" y="812800"/>
                    <a:pt x="1080417" y="812800"/>
                  </a:cubicBezTo>
                  <a:lnTo>
                    <a:pt x="88930" y="812800"/>
                  </a:lnTo>
                  <a:cubicBezTo>
                    <a:pt x="39815" y="812800"/>
                    <a:pt x="0" y="772985"/>
                    <a:pt x="0" y="723870"/>
                  </a:cubicBezTo>
                  <a:lnTo>
                    <a:pt x="0" y="88930"/>
                  </a:lnTo>
                  <a:cubicBezTo>
                    <a:pt x="0" y="39815"/>
                    <a:pt x="39815" y="0"/>
                    <a:pt x="88930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169348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7893397" y="2937272"/>
            <a:ext cx="685205" cy="685205"/>
          </a:xfrm>
          <a:custGeom>
            <a:avLst/>
            <a:gdLst/>
            <a:ahLst/>
            <a:cxnLst/>
            <a:rect r="r" b="b" t="t" l="l"/>
            <a:pathLst>
              <a:path h="685205" w="685205">
                <a:moveTo>
                  <a:pt x="0" y="0"/>
                </a:moveTo>
                <a:lnTo>
                  <a:pt x="685205" y="0"/>
                </a:lnTo>
                <a:lnTo>
                  <a:pt x="685205" y="685205"/>
                </a:lnTo>
                <a:lnTo>
                  <a:pt x="0" y="68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386519" y="2794719"/>
            <a:ext cx="4439867" cy="3086100"/>
            <a:chOff x="0" y="0"/>
            <a:chExt cx="1169348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9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169348">
                  <a:moveTo>
                    <a:pt x="88930" y="0"/>
                  </a:moveTo>
                  <a:lnTo>
                    <a:pt x="1080417" y="0"/>
                  </a:lnTo>
                  <a:cubicBezTo>
                    <a:pt x="1104003" y="0"/>
                    <a:pt x="1126623" y="9369"/>
                    <a:pt x="1143301" y="26047"/>
                  </a:cubicBezTo>
                  <a:cubicBezTo>
                    <a:pt x="1159978" y="42725"/>
                    <a:pt x="1169348" y="65344"/>
                    <a:pt x="1169348" y="88930"/>
                  </a:cubicBezTo>
                  <a:lnTo>
                    <a:pt x="1169348" y="723870"/>
                  </a:lnTo>
                  <a:cubicBezTo>
                    <a:pt x="1169348" y="772985"/>
                    <a:pt x="1129532" y="812800"/>
                    <a:pt x="1080417" y="812800"/>
                  </a:cubicBezTo>
                  <a:lnTo>
                    <a:pt x="88930" y="812800"/>
                  </a:lnTo>
                  <a:cubicBezTo>
                    <a:pt x="39815" y="812800"/>
                    <a:pt x="0" y="772985"/>
                    <a:pt x="0" y="723870"/>
                  </a:cubicBezTo>
                  <a:lnTo>
                    <a:pt x="0" y="88930"/>
                  </a:lnTo>
                  <a:cubicBezTo>
                    <a:pt x="0" y="39815"/>
                    <a:pt x="39815" y="0"/>
                    <a:pt x="88930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169348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2664231" y="2937272"/>
            <a:ext cx="685205" cy="685205"/>
          </a:xfrm>
          <a:custGeom>
            <a:avLst/>
            <a:gdLst/>
            <a:ahLst/>
            <a:cxnLst/>
            <a:rect r="r" b="b" t="t" l="l"/>
            <a:pathLst>
              <a:path h="685205" w="685205">
                <a:moveTo>
                  <a:pt x="0" y="0"/>
                </a:moveTo>
                <a:lnTo>
                  <a:pt x="685205" y="0"/>
                </a:lnTo>
                <a:lnTo>
                  <a:pt x="685205" y="685205"/>
                </a:lnTo>
                <a:lnTo>
                  <a:pt x="0" y="685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600950" y="6032600"/>
            <a:ext cx="4439867" cy="3086100"/>
            <a:chOff x="0" y="0"/>
            <a:chExt cx="1169348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9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169348">
                  <a:moveTo>
                    <a:pt x="88930" y="0"/>
                  </a:moveTo>
                  <a:lnTo>
                    <a:pt x="1080417" y="0"/>
                  </a:lnTo>
                  <a:cubicBezTo>
                    <a:pt x="1104003" y="0"/>
                    <a:pt x="1126623" y="9369"/>
                    <a:pt x="1143301" y="26047"/>
                  </a:cubicBezTo>
                  <a:cubicBezTo>
                    <a:pt x="1159978" y="42725"/>
                    <a:pt x="1169348" y="65344"/>
                    <a:pt x="1169348" y="88930"/>
                  </a:cubicBezTo>
                  <a:lnTo>
                    <a:pt x="1169348" y="723870"/>
                  </a:lnTo>
                  <a:cubicBezTo>
                    <a:pt x="1169348" y="772985"/>
                    <a:pt x="1129532" y="812800"/>
                    <a:pt x="1080417" y="812800"/>
                  </a:cubicBezTo>
                  <a:lnTo>
                    <a:pt x="88930" y="812800"/>
                  </a:lnTo>
                  <a:cubicBezTo>
                    <a:pt x="39815" y="812800"/>
                    <a:pt x="0" y="772985"/>
                    <a:pt x="0" y="723870"/>
                  </a:cubicBezTo>
                  <a:lnTo>
                    <a:pt x="0" y="88930"/>
                  </a:lnTo>
                  <a:cubicBezTo>
                    <a:pt x="0" y="39815"/>
                    <a:pt x="39815" y="0"/>
                    <a:pt x="88930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169348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7893397" y="6188274"/>
            <a:ext cx="685205" cy="685205"/>
          </a:xfrm>
          <a:custGeom>
            <a:avLst/>
            <a:gdLst/>
            <a:ahLst/>
            <a:cxnLst/>
            <a:rect r="r" b="b" t="t" l="l"/>
            <a:pathLst>
              <a:path h="685205" w="685205">
                <a:moveTo>
                  <a:pt x="0" y="0"/>
                </a:moveTo>
                <a:lnTo>
                  <a:pt x="685205" y="0"/>
                </a:lnTo>
                <a:lnTo>
                  <a:pt x="685205" y="685205"/>
                </a:lnTo>
                <a:lnTo>
                  <a:pt x="0" y="685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93397" y="1622077"/>
            <a:ext cx="7528471" cy="86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Sustainability Impact: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93397" y="3867894"/>
            <a:ext cx="3426024" cy="45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Waste Reduction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93397" y="4393704"/>
            <a:ext cx="4359771" cy="97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Reduces plastic waste in landfills and oceans.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64231" y="3867894"/>
            <a:ext cx="3426024" cy="45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Circular Economy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64231" y="4393704"/>
            <a:ext cx="4359771" cy="97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Promotes circular economy using agricultural by-products.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3397" y="7118896"/>
            <a:ext cx="3642866" cy="45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Global Sustainability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45772" y="7644705"/>
            <a:ext cx="4359771" cy="97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Contributes to global sustainability goals (e.g., SDGs).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71200" cy="12065064"/>
            </a:xfrm>
            <a:custGeom>
              <a:avLst/>
              <a:gdLst/>
              <a:ahLst/>
              <a:cxnLst/>
              <a:rect r="r" b="b" t="t" l="l"/>
              <a:pathLst>
                <a:path h="12065064" w="23571200">
                  <a:moveTo>
                    <a:pt x="0" y="1072617"/>
                  </a:moveTo>
                  <a:cubicBezTo>
                    <a:pt x="0" y="480141"/>
                    <a:pt x="235585" y="0"/>
                    <a:pt x="526288" y="0"/>
                  </a:cubicBezTo>
                  <a:lnTo>
                    <a:pt x="23044913" y="0"/>
                  </a:lnTo>
                  <a:cubicBezTo>
                    <a:pt x="23335614" y="0"/>
                    <a:pt x="23571200" y="480141"/>
                    <a:pt x="23571200" y="1072617"/>
                  </a:cubicBezTo>
                  <a:lnTo>
                    <a:pt x="23571200" y="10992514"/>
                  </a:lnTo>
                  <a:cubicBezTo>
                    <a:pt x="23571200" y="11584991"/>
                    <a:pt x="23335614" y="12065064"/>
                    <a:pt x="23044913" y="12065064"/>
                  </a:cubicBezTo>
                  <a:lnTo>
                    <a:pt x="526288" y="12065064"/>
                  </a:lnTo>
                  <a:cubicBezTo>
                    <a:pt x="235585" y="12064872"/>
                    <a:pt x="0" y="11584732"/>
                    <a:pt x="0" y="10992514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9175" y="2215338"/>
            <a:ext cx="16117734" cy="7062012"/>
            <a:chOff x="0" y="0"/>
            <a:chExt cx="4245000" cy="18599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45000" cy="1859954"/>
            </a:xfrm>
            <a:custGeom>
              <a:avLst/>
              <a:gdLst/>
              <a:ahLst/>
              <a:cxnLst/>
              <a:rect r="r" b="b" t="t" l="l"/>
              <a:pathLst>
                <a:path h="1859954" w="4245000">
                  <a:moveTo>
                    <a:pt x="24497" y="0"/>
                  </a:moveTo>
                  <a:lnTo>
                    <a:pt x="4220503" y="0"/>
                  </a:lnTo>
                  <a:cubicBezTo>
                    <a:pt x="4227000" y="0"/>
                    <a:pt x="4233231" y="2581"/>
                    <a:pt x="4237825" y="7175"/>
                  </a:cubicBezTo>
                  <a:cubicBezTo>
                    <a:pt x="4242419" y="11769"/>
                    <a:pt x="4245000" y="18000"/>
                    <a:pt x="4245000" y="24497"/>
                  </a:cubicBezTo>
                  <a:lnTo>
                    <a:pt x="4245000" y="1835457"/>
                  </a:lnTo>
                  <a:cubicBezTo>
                    <a:pt x="4245000" y="1841954"/>
                    <a:pt x="4242419" y="1848185"/>
                    <a:pt x="4237825" y="1852779"/>
                  </a:cubicBezTo>
                  <a:cubicBezTo>
                    <a:pt x="4233231" y="1857373"/>
                    <a:pt x="4227000" y="1859954"/>
                    <a:pt x="4220503" y="1859954"/>
                  </a:cubicBezTo>
                  <a:lnTo>
                    <a:pt x="24497" y="1859954"/>
                  </a:lnTo>
                  <a:cubicBezTo>
                    <a:pt x="18000" y="1859954"/>
                    <a:pt x="11769" y="1857373"/>
                    <a:pt x="7175" y="1852779"/>
                  </a:cubicBezTo>
                  <a:cubicBezTo>
                    <a:pt x="2581" y="1848185"/>
                    <a:pt x="0" y="1841954"/>
                    <a:pt x="0" y="1835457"/>
                  </a:cubicBezTo>
                  <a:lnTo>
                    <a:pt x="0" y="24497"/>
                  </a:lnTo>
                  <a:cubicBezTo>
                    <a:pt x="0" y="18000"/>
                    <a:pt x="2581" y="11769"/>
                    <a:pt x="7175" y="7175"/>
                  </a:cubicBezTo>
                  <a:cubicBezTo>
                    <a:pt x="11769" y="2581"/>
                    <a:pt x="18000" y="0"/>
                    <a:pt x="24497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245000" cy="1955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7533" y="2411581"/>
            <a:ext cx="15760005" cy="635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1"/>
              </a:lnSpc>
            </a:pPr>
            <a:r>
              <a:rPr lang="en-US" sz="5199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This presentation outlines the machinery required for a medium-scale biodegradable tableware production facility, utilizing agricultural waste as the primary raw material.The production process involves several stages, each requiring specialized equipment to ensure efficient and high-quality output.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4874" y="981075"/>
            <a:ext cx="17024002" cy="121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31"/>
              </a:lnSpc>
            </a:pPr>
            <a:r>
              <a:rPr lang="en-US" sz="75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Biodegradable Tableware Production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71200" cy="12065080"/>
            </a:xfrm>
            <a:custGeom>
              <a:avLst/>
              <a:gdLst/>
              <a:ahLst/>
              <a:cxnLst/>
              <a:rect r="r" b="b" t="t" l="l"/>
              <a:pathLst>
                <a:path h="12065080" w="23571200">
                  <a:moveTo>
                    <a:pt x="0" y="723976"/>
                  </a:moveTo>
                  <a:cubicBezTo>
                    <a:pt x="0" y="324077"/>
                    <a:pt x="235585" y="0"/>
                    <a:pt x="526288" y="0"/>
                  </a:cubicBezTo>
                  <a:lnTo>
                    <a:pt x="23044913" y="0"/>
                  </a:lnTo>
                  <a:cubicBezTo>
                    <a:pt x="23335614" y="0"/>
                    <a:pt x="23571200" y="324077"/>
                    <a:pt x="23571200" y="723976"/>
                  </a:cubicBezTo>
                  <a:lnTo>
                    <a:pt x="23571200" y="11341133"/>
                  </a:lnTo>
                  <a:cubicBezTo>
                    <a:pt x="23571200" y="11740858"/>
                    <a:pt x="23335614" y="12065080"/>
                    <a:pt x="23044913" y="12065080"/>
                  </a:cubicBezTo>
                  <a:lnTo>
                    <a:pt x="526288" y="12065080"/>
                  </a:lnTo>
                  <a:cubicBezTo>
                    <a:pt x="235585" y="12064936"/>
                    <a:pt x="0" y="11740858"/>
                    <a:pt x="0" y="11341133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304800" y="619125"/>
            <a:ext cx="6629400" cy="9048750"/>
          </a:xfrm>
          <a:custGeom>
            <a:avLst/>
            <a:gdLst/>
            <a:ahLst/>
            <a:cxnLst/>
            <a:rect r="r" b="b" t="t" l="l"/>
            <a:pathLst>
              <a:path h="9048750" w="6629400">
                <a:moveTo>
                  <a:pt x="0" y="0"/>
                </a:moveTo>
                <a:lnTo>
                  <a:pt x="6629400" y="0"/>
                </a:lnTo>
                <a:lnTo>
                  <a:pt x="6629400" y="9048750"/>
                </a:lnTo>
                <a:lnTo>
                  <a:pt x="0" y="904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740" t="0" r="-1874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3600450"/>
            <a:ext cx="4293752" cy="4788889"/>
            <a:chOff x="0" y="0"/>
            <a:chExt cx="1130865" cy="12612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0865" cy="1261271"/>
            </a:xfrm>
            <a:custGeom>
              <a:avLst/>
              <a:gdLst/>
              <a:ahLst/>
              <a:cxnLst/>
              <a:rect r="r" b="b" t="t" l="l"/>
              <a:pathLst>
                <a:path h="1261271" w="1130865">
                  <a:moveTo>
                    <a:pt x="91956" y="0"/>
                  </a:moveTo>
                  <a:lnTo>
                    <a:pt x="1038908" y="0"/>
                  </a:lnTo>
                  <a:cubicBezTo>
                    <a:pt x="1089694" y="0"/>
                    <a:pt x="1130865" y="41170"/>
                    <a:pt x="1130865" y="91956"/>
                  </a:cubicBezTo>
                  <a:lnTo>
                    <a:pt x="1130865" y="1169315"/>
                  </a:lnTo>
                  <a:cubicBezTo>
                    <a:pt x="1130865" y="1220101"/>
                    <a:pt x="1089694" y="1261271"/>
                    <a:pt x="1038908" y="1261271"/>
                  </a:cubicBezTo>
                  <a:lnTo>
                    <a:pt x="91956" y="1261271"/>
                  </a:lnTo>
                  <a:cubicBezTo>
                    <a:pt x="67568" y="1261271"/>
                    <a:pt x="44179" y="1251583"/>
                    <a:pt x="26933" y="1234338"/>
                  </a:cubicBezTo>
                  <a:cubicBezTo>
                    <a:pt x="9688" y="1217093"/>
                    <a:pt x="0" y="1193703"/>
                    <a:pt x="0" y="1169315"/>
                  </a:cubicBezTo>
                  <a:lnTo>
                    <a:pt x="0" y="91956"/>
                  </a:lnTo>
                  <a:cubicBezTo>
                    <a:pt x="0" y="67568"/>
                    <a:pt x="9688" y="44179"/>
                    <a:pt x="26933" y="26933"/>
                  </a:cubicBezTo>
                  <a:cubicBezTo>
                    <a:pt x="44179" y="9688"/>
                    <a:pt x="67568" y="0"/>
                    <a:pt x="91956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130865" cy="1356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956873" y="1842953"/>
            <a:ext cx="8335119" cy="12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7599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Pulping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56873" y="3897962"/>
            <a:ext cx="3426024" cy="86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sz="54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Function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50547" y="4725618"/>
            <a:ext cx="4231035" cy="259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5"/>
              </a:lnSpc>
            </a:pPr>
            <a:r>
              <a:rPr lang="en-US" sz="4299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Converts agricultural waste into pulp.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53773" y="3600450"/>
            <a:ext cx="4489583" cy="4788889"/>
            <a:chOff x="0" y="0"/>
            <a:chExt cx="1182442" cy="12612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2441" cy="1261271"/>
            </a:xfrm>
            <a:custGeom>
              <a:avLst/>
              <a:gdLst/>
              <a:ahLst/>
              <a:cxnLst/>
              <a:rect r="r" b="b" t="t" l="l"/>
              <a:pathLst>
                <a:path h="1261271" w="1182441">
                  <a:moveTo>
                    <a:pt x="87945" y="0"/>
                  </a:moveTo>
                  <a:lnTo>
                    <a:pt x="1094496" y="0"/>
                  </a:lnTo>
                  <a:cubicBezTo>
                    <a:pt x="1143067" y="0"/>
                    <a:pt x="1182441" y="39374"/>
                    <a:pt x="1182441" y="87945"/>
                  </a:cubicBezTo>
                  <a:lnTo>
                    <a:pt x="1182441" y="1173326"/>
                  </a:lnTo>
                  <a:cubicBezTo>
                    <a:pt x="1182441" y="1221897"/>
                    <a:pt x="1143067" y="1261271"/>
                    <a:pt x="1094496" y="1261271"/>
                  </a:cubicBezTo>
                  <a:lnTo>
                    <a:pt x="87945" y="1261271"/>
                  </a:lnTo>
                  <a:cubicBezTo>
                    <a:pt x="39374" y="1261271"/>
                    <a:pt x="0" y="1221897"/>
                    <a:pt x="0" y="1173326"/>
                  </a:cubicBezTo>
                  <a:lnTo>
                    <a:pt x="0" y="87945"/>
                  </a:lnTo>
                  <a:cubicBezTo>
                    <a:pt x="0" y="39374"/>
                    <a:pt x="39374" y="0"/>
                    <a:pt x="87945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182442" cy="1356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21542" y="3850337"/>
            <a:ext cx="3426024" cy="86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sz="54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Machines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571437" y="4878018"/>
            <a:ext cx="4231035" cy="3444646"/>
            <a:chOff x="0" y="0"/>
            <a:chExt cx="5641380" cy="459286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71450"/>
              <a:ext cx="5641380" cy="93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3088" indent="-286544" lvl="1">
                <a:lnSpc>
                  <a:spcPts val="6147"/>
                </a:lnSpc>
                <a:buFont typeface="Arial"/>
                <a:buChar char="•"/>
              </a:pPr>
              <a:r>
                <a:rPr lang="en-US" sz="38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Hydraulic Pulper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16303"/>
              <a:ext cx="5641380" cy="1960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3088" indent="-286544" lvl="1">
                <a:lnSpc>
                  <a:spcPts val="6147"/>
                </a:lnSpc>
                <a:buFont typeface="Arial"/>
                <a:buChar char="•"/>
              </a:pPr>
              <a:r>
                <a:rPr lang="en-US" sz="38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High-Speed Mixer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632754"/>
              <a:ext cx="5641380" cy="1960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3088" indent="-286544" lvl="1">
                <a:lnSpc>
                  <a:spcPts val="6147"/>
                </a:lnSpc>
                <a:buFont typeface="Arial"/>
                <a:buChar char="•"/>
              </a:pPr>
              <a:r>
                <a:rPr lang="en-US" sz="38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Pulp Storage Tank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571200" cy="12065000"/>
              <a:chOff x="0" y="0"/>
              <a:chExt cx="23571200" cy="1206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571200" cy="12064892"/>
              </a:xfrm>
              <a:custGeom>
                <a:avLst/>
                <a:gdLst/>
                <a:ahLst/>
                <a:cxnLst/>
                <a:rect r="r" b="b" t="t" l="l"/>
                <a:pathLst>
                  <a:path h="12064892" w="23571200">
                    <a:moveTo>
                      <a:pt x="0" y="595462"/>
                    </a:moveTo>
                    <a:cubicBezTo>
                      <a:pt x="0" y="266614"/>
                      <a:pt x="235585" y="0"/>
                      <a:pt x="526161" y="0"/>
                    </a:cubicBezTo>
                    <a:lnTo>
                      <a:pt x="23045038" y="0"/>
                    </a:lnTo>
                    <a:cubicBezTo>
                      <a:pt x="23335614" y="0"/>
                      <a:pt x="23571200" y="266614"/>
                      <a:pt x="23571200" y="595462"/>
                    </a:cubicBezTo>
                    <a:lnTo>
                      <a:pt x="23571200" y="11469430"/>
                    </a:lnTo>
                    <a:cubicBezTo>
                      <a:pt x="23571200" y="11798278"/>
                      <a:pt x="23335614" y="12064891"/>
                      <a:pt x="23045038" y="12064891"/>
                    </a:cubicBezTo>
                    <a:lnTo>
                      <a:pt x="526161" y="12064891"/>
                    </a:lnTo>
                    <a:cubicBezTo>
                      <a:pt x="235585" y="12065031"/>
                      <a:pt x="0" y="11798422"/>
                      <a:pt x="0" y="11469430"/>
                    </a:cubicBezTo>
                    <a:close/>
                  </a:path>
                </a:pathLst>
              </a:custGeom>
              <a:solidFill>
                <a:srgbClr val="FAFFFA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39200" cy="12065000"/>
            </a:xfrm>
            <a:custGeom>
              <a:avLst/>
              <a:gdLst/>
              <a:ahLst/>
              <a:cxnLst/>
              <a:rect r="r" b="b" t="t" l="l"/>
              <a:pathLst>
                <a:path h="12065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2065000"/>
                  </a:lnTo>
                  <a:lnTo>
                    <a:pt x="0" y="1206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812" t="0" r="-4981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423280" y="3519488"/>
            <a:ext cx="4582716" cy="3248025"/>
            <a:chOff x="0" y="0"/>
            <a:chExt cx="1206971" cy="8554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6971" cy="855447"/>
            </a:xfrm>
            <a:custGeom>
              <a:avLst/>
              <a:gdLst/>
              <a:ahLst/>
              <a:cxnLst/>
              <a:rect r="r" b="b" t="t" l="l"/>
              <a:pathLst>
                <a:path h="855447" w="1206971">
                  <a:moveTo>
                    <a:pt x="86158" y="0"/>
                  </a:moveTo>
                  <a:lnTo>
                    <a:pt x="1120812" y="0"/>
                  </a:lnTo>
                  <a:cubicBezTo>
                    <a:pt x="1143663" y="0"/>
                    <a:pt x="1165578" y="9077"/>
                    <a:pt x="1181735" y="25235"/>
                  </a:cubicBezTo>
                  <a:cubicBezTo>
                    <a:pt x="1197893" y="41393"/>
                    <a:pt x="1206971" y="63308"/>
                    <a:pt x="1206971" y="86158"/>
                  </a:cubicBezTo>
                  <a:lnTo>
                    <a:pt x="1206971" y="769289"/>
                  </a:lnTo>
                  <a:cubicBezTo>
                    <a:pt x="1206971" y="792139"/>
                    <a:pt x="1197893" y="814054"/>
                    <a:pt x="1181735" y="830212"/>
                  </a:cubicBezTo>
                  <a:cubicBezTo>
                    <a:pt x="1165578" y="846370"/>
                    <a:pt x="1143663" y="855447"/>
                    <a:pt x="1120812" y="855447"/>
                  </a:cubicBezTo>
                  <a:lnTo>
                    <a:pt x="86158" y="855447"/>
                  </a:lnTo>
                  <a:cubicBezTo>
                    <a:pt x="38574" y="855447"/>
                    <a:pt x="0" y="816873"/>
                    <a:pt x="0" y="769289"/>
                  </a:cubicBezTo>
                  <a:lnTo>
                    <a:pt x="0" y="86158"/>
                  </a:lnTo>
                  <a:cubicBezTo>
                    <a:pt x="0" y="63308"/>
                    <a:pt x="9077" y="41393"/>
                    <a:pt x="25235" y="25235"/>
                  </a:cubicBezTo>
                  <a:cubicBezTo>
                    <a:pt x="41393" y="9077"/>
                    <a:pt x="63308" y="0"/>
                    <a:pt x="86158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206971" cy="950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92702" y="3476678"/>
            <a:ext cx="4582716" cy="3248025"/>
            <a:chOff x="0" y="0"/>
            <a:chExt cx="1206971" cy="85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6971" cy="855447"/>
            </a:xfrm>
            <a:custGeom>
              <a:avLst/>
              <a:gdLst/>
              <a:ahLst/>
              <a:cxnLst/>
              <a:rect r="r" b="b" t="t" l="l"/>
              <a:pathLst>
                <a:path h="855447" w="1206971">
                  <a:moveTo>
                    <a:pt x="86158" y="0"/>
                  </a:moveTo>
                  <a:lnTo>
                    <a:pt x="1120812" y="0"/>
                  </a:lnTo>
                  <a:cubicBezTo>
                    <a:pt x="1143663" y="0"/>
                    <a:pt x="1165578" y="9077"/>
                    <a:pt x="1181735" y="25235"/>
                  </a:cubicBezTo>
                  <a:cubicBezTo>
                    <a:pt x="1197893" y="41393"/>
                    <a:pt x="1206971" y="63308"/>
                    <a:pt x="1206971" y="86158"/>
                  </a:cubicBezTo>
                  <a:lnTo>
                    <a:pt x="1206971" y="769289"/>
                  </a:lnTo>
                  <a:cubicBezTo>
                    <a:pt x="1206971" y="792139"/>
                    <a:pt x="1197893" y="814054"/>
                    <a:pt x="1181735" y="830212"/>
                  </a:cubicBezTo>
                  <a:cubicBezTo>
                    <a:pt x="1165578" y="846370"/>
                    <a:pt x="1143663" y="855447"/>
                    <a:pt x="1120812" y="855447"/>
                  </a:cubicBezTo>
                  <a:lnTo>
                    <a:pt x="86158" y="855447"/>
                  </a:lnTo>
                  <a:cubicBezTo>
                    <a:pt x="38574" y="855447"/>
                    <a:pt x="0" y="816873"/>
                    <a:pt x="0" y="769289"/>
                  </a:cubicBezTo>
                  <a:lnTo>
                    <a:pt x="0" y="86158"/>
                  </a:lnTo>
                  <a:cubicBezTo>
                    <a:pt x="0" y="63308"/>
                    <a:pt x="9077" y="41393"/>
                    <a:pt x="25235" y="25235"/>
                  </a:cubicBezTo>
                  <a:cubicBezTo>
                    <a:pt x="41393" y="9077"/>
                    <a:pt x="63308" y="0"/>
                    <a:pt x="86158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206971" cy="950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93398" y="3641040"/>
            <a:ext cx="616595" cy="616595"/>
            <a:chOff x="0" y="0"/>
            <a:chExt cx="822127" cy="82212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822127" cy="822127"/>
              <a:chOff x="0" y="0"/>
              <a:chExt cx="822127" cy="82212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22198" cy="822198"/>
              </a:xfrm>
              <a:custGeom>
                <a:avLst/>
                <a:gdLst/>
                <a:ahLst/>
                <a:cxnLst/>
                <a:rect r="r" b="b" t="t" l="l"/>
                <a:pathLst>
                  <a:path h="822198" w="822198">
                    <a:moveTo>
                      <a:pt x="0" y="328930"/>
                    </a:moveTo>
                    <a:cubicBezTo>
                      <a:pt x="0" y="147193"/>
                      <a:pt x="147193" y="0"/>
                      <a:pt x="328930" y="0"/>
                    </a:cubicBezTo>
                    <a:lnTo>
                      <a:pt x="493268" y="0"/>
                    </a:lnTo>
                    <a:cubicBezTo>
                      <a:pt x="674878" y="0"/>
                      <a:pt x="822198" y="147193"/>
                      <a:pt x="822198" y="328930"/>
                    </a:cubicBezTo>
                    <a:lnTo>
                      <a:pt x="822198" y="493268"/>
                    </a:lnTo>
                    <a:cubicBezTo>
                      <a:pt x="822198" y="674878"/>
                      <a:pt x="675005" y="822198"/>
                      <a:pt x="493268" y="822198"/>
                    </a:cubicBezTo>
                    <a:lnTo>
                      <a:pt x="328930" y="822198"/>
                    </a:lnTo>
                    <a:cubicBezTo>
                      <a:pt x="147193" y="822071"/>
                      <a:pt x="0" y="674878"/>
                      <a:pt x="0" y="493268"/>
                    </a:cubicBezTo>
                    <a:close/>
                  </a:path>
                </a:pathLst>
              </a:custGeom>
              <a:solidFill>
                <a:srgbClr val="E8F3E8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74240" y="175022"/>
              <a:ext cx="273645" cy="509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7"/>
                </a:lnSpc>
              </a:pPr>
              <a:r>
                <a:rPr lang="en-US" sz="3187" b="true">
                  <a:solidFill>
                    <a:srgbClr val="4054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95696" y="3715047"/>
            <a:ext cx="616595" cy="616595"/>
            <a:chOff x="0" y="0"/>
            <a:chExt cx="822127" cy="82212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22127" cy="822127"/>
              <a:chOff x="0" y="0"/>
              <a:chExt cx="822127" cy="82212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22198" cy="822198"/>
              </a:xfrm>
              <a:custGeom>
                <a:avLst/>
                <a:gdLst/>
                <a:ahLst/>
                <a:cxnLst/>
                <a:rect r="r" b="b" t="t" l="l"/>
                <a:pathLst>
                  <a:path h="822198" w="822198">
                    <a:moveTo>
                      <a:pt x="0" y="328930"/>
                    </a:moveTo>
                    <a:cubicBezTo>
                      <a:pt x="0" y="147193"/>
                      <a:pt x="147193" y="0"/>
                      <a:pt x="328930" y="0"/>
                    </a:cubicBezTo>
                    <a:lnTo>
                      <a:pt x="493268" y="0"/>
                    </a:lnTo>
                    <a:cubicBezTo>
                      <a:pt x="674878" y="0"/>
                      <a:pt x="822198" y="147193"/>
                      <a:pt x="822198" y="328930"/>
                    </a:cubicBezTo>
                    <a:lnTo>
                      <a:pt x="822198" y="493268"/>
                    </a:lnTo>
                    <a:cubicBezTo>
                      <a:pt x="822198" y="674878"/>
                      <a:pt x="675005" y="822198"/>
                      <a:pt x="493268" y="822198"/>
                    </a:cubicBezTo>
                    <a:lnTo>
                      <a:pt x="328930" y="822198"/>
                    </a:lnTo>
                    <a:cubicBezTo>
                      <a:pt x="147193" y="822071"/>
                      <a:pt x="0" y="674878"/>
                      <a:pt x="0" y="493268"/>
                    </a:cubicBezTo>
                    <a:close/>
                  </a:path>
                </a:pathLst>
              </a:custGeom>
              <a:solidFill>
                <a:srgbClr val="E8F3E8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231973" y="175022"/>
              <a:ext cx="358180" cy="509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7"/>
                </a:lnSpc>
              </a:pPr>
              <a:r>
                <a:rPr lang="en-US" sz="3187" b="true">
                  <a:solidFill>
                    <a:srgbClr val="4054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711752" y="6819953"/>
            <a:ext cx="4582716" cy="2457397"/>
            <a:chOff x="0" y="0"/>
            <a:chExt cx="1206971" cy="647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06971" cy="647216"/>
            </a:xfrm>
            <a:custGeom>
              <a:avLst/>
              <a:gdLst/>
              <a:ahLst/>
              <a:cxnLst/>
              <a:rect r="r" b="b" t="t" l="l"/>
              <a:pathLst>
                <a:path h="647216" w="1206971">
                  <a:moveTo>
                    <a:pt x="86158" y="0"/>
                  </a:moveTo>
                  <a:lnTo>
                    <a:pt x="1120812" y="0"/>
                  </a:lnTo>
                  <a:cubicBezTo>
                    <a:pt x="1143663" y="0"/>
                    <a:pt x="1165578" y="9077"/>
                    <a:pt x="1181735" y="25235"/>
                  </a:cubicBezTo>
                  <a:cubicBezTo>
                    <a:pt x="1197893" y="41393"/>
                    <a:pt x="1206971" y="63308"/>
                    <a:pt x="1206971" y="86158"/>
                  </a:cubicBezTo>
                  <a:lnTo>
                    <a:pt x="1206971" y="561058"/>
                  </a:lnTo>
                  <a:cubicBezTo>
                    <a:pt x="1206971" y="583908"/>
                    <a:pt x="1197893" y="605823"/>
                    <a:pt x="1181735" y="621981"/>
                  </a:cubicBezTo>
                  <a:cubicBezTo>
                    <a:pt x="1165578" y="638138"/>
                    <a:pt x="1143663" y="647216"/>
                    <a:pt x="1120812" y="647216"/>
                  </a:cubicBezTo>
                  <a:lnTo>
                    <a:pt x="86158" y="647216"/>
                  </a:lnTo>
                  <a:cubicBezTo>
                    <a:pt x="38574" y="647216"/>
                    <a:pt x="0" y="608641"/>
                    <a:pt x="0" y="561058"/>
                  </a:cubicBezTo>
                  <a:lnTo>
                    <a:pt x="0" y="86158"/>
                  </a:lnTo>
                  <a:cubicBezTo>
                    <a:pt x="0" y="63308"/>
                    <a:pt x="9077" y="41393"/>
                    <a:pt x="25235" y="25235"/>
                  </a:cubicBezTo>
                  <a:cubicBezTo>
                    <a:pt x="41393" y="9077"/>
                    <a:pt x="63308" y="0"/>
                    <a:pt x="86158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206971" cy="742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017594" y="6942116"/>
            <a:ext cx="616595" cy="616595"/>
            <a:chOff x="0" y="0"/>
            <a:chExt cx="822127" cy="8221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328930"/>
                  </a:moveTo>
                  <a:cubicBezTo>
                    <a:pt x="0" y="147193"/>
                    <a:pt x="147193" y="0"/>
                    <a:pt x="328930" y="0"/>
                  </a:cubicBezTo>
                  <a:lnTo>
                    <a:pt x="493268" y="0"/>
                  </a:lnTo>
                  <a:cubicBezTo>
                    <a:pt x="674878" y="0"/>
                    <a:pt x="822198" y="147193"/>
                    <a:pt x="822198" y="328930"/>
                  </a:cubicBezTo>
                  <a:lnTo>
                    <a:pt x="822198" y="493268"/>
                  </a:lnTo>
                  <a:cubicBezTo>
                    <a:pt x="822198" y="674878"/>
                    <a:pt x="675005" y="822198"/>
                    <a:pt x="493268" y="822198"/>
                  </a:cubicBezTo>
                  <a:lnTo>
                    <a:pt x="328930" y="822198"/>
                  </a:lnTo>
                  <a:cubicBezTo>
                    <a:pt x="147193" y="822071"/>
                    <a:pt x="0" y="674878"/>
                    <a:pt x="0" y="493268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781777" y="981075"/>
            <a:ext cx="9130605" cy="199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63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Automatic Forming Machines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57642" y="3549686"/>
            <a:ext cx="3426024" cy="76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6"/>
              </a:lnSpc>
            </a:pPr>
            <a:r>
              <a:rPr lang="en-US" sz="48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Function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28100" y="4155365"/>
            <a:ext cx="3537794" cy="247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32"/>
              </a:lnSpc>
            </a:pPr>
            <a:r>
              <a:rPr lang="en-US" sz="4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Shapes pulp into tableware products.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86359" y="3570440"/>
            <a:ext cx="3426024" cy="76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6"/>
              </a:lnSpc>
            </a:pPr>
            <a:r>
              <a:rPr lang="en-US" sz="48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Machines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212291" y="4405012"/>
            <a:ext cx="3537794" cy="2281591"/>
            <a:chOff x="0" y="0"/>
            <a:chExt cx="4717058" cy="3042122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142875"/>
              <a:ext cx="4717058" cy="1600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7518" indent="-233759" lvl="1">
                <a:lnSpc>
                  <a:spcPts val="5014"/>
                </a:lnSpc>
                <a:buFont typeface="Arial"/>
                <a:buChar char="•"/>
              </a:pPr>
              <a:r>
                <a:rPr lang="en-US" sz="3099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Fully Automatic Forming Machine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442083"/>
              <a:ext cx="4717058" cy="1600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7518" indent="-233759" lvl="1">
                <a:lnSpc>
                  <a:spcPts val="5014"/>
                </a:lnSpc>
                <a:buFont typeface="Arial"/>
                <a:buChar char="•"/>
              </a:pPr>
              <a:r>
                <a:rPr lang="en-US" sz="3099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Thermoforming Machine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201695" y="7080747"/>
            <a:ext cx="248394" cy="372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3187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83985" y="6848528"/>
            <a:ext cx="3426024" cy="76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6"/>
              </a:lnSpc>
            </a:pPr>
            <a:r>
              <a:rPr lang="en-US" sz="48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Capacity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34189" y="7528024"/>
            <a:ext cx="5830280" cy="157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39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10,000–50,000 pieces/day.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93397" y="3793926"/>
            <a:ext cx="9130605" cy="1579066"/>
            <a:chOff x="0" y="0"/>
            <a:chExt cx="12174140" cy="21054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74220" cy="2105406"/>
            </a:xfrm>
            <a:custGeom>
              <a:avLst/>
              <a:gdLst/>
              <a:ahLst/>
              <a:cxnLst/>
              <a:rect r="r" b="b" t="t" l="l"/>
              <a:pathLst>
                <a:path h="2105406" w="12174220">
                  <a:moveTo>
                    <a:pt x="0" y="328930"/>
                  </a:moveTo>
                  <a:cubicBezTo>
                    <a:pt x="0" y="147320"/>
                    <a:pt x="147320" y="0"/>
                    <a:pt x="328930" y="0"/>
                  </a:cubicBezTo>
                  <a:lnTo>
                    <a:pt x="11845290" y="0"/>
                  </a:lnTo>
                  <a:cubicBezTo>
                    <a:pt x="12026900" y="0"/>
                    <a:pt x="12174220" y="147320"/>
                    <a:pt x="12174220" y="328930"/>
                  </a:cubicBezTo>
                  <a:lnTo>
                    <a:pt x="12174220" y="1776476"/>
                  </a:lnTo>
                  <a:cubicBezTo>
                    <a:pt x="12174220" y="1958086"/>
                    <a:pt x="12026900" y="2105406"/>
                    <a:pt x="11845290" y="2105406"/>
                  </a:cubicBezTo>
                  <a:lnTo>
                    <a:pt x="328930" y="2105406"/>
                  </a:lnTo>
                  <a:cubicBezTo>
                    <a:pt x="147320" y="2105406"/>
                    <a:pt x="0" y="1958086"/>
                    <a:pt x="0" y="1776476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93397" y="5646985"/>
            <a:ext cx="9130605" cy="2113509"/>
            <a:chOff x="0" y="0"/>
            <a:chExt cx="12174140" cy="28180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74220" cy="2818130"/>
            </a:xfrm>
            <a:custGeom>
              <a:avLst/>
              <a:gdLst/>
              <a:ahLst/>
              <a:cxnLst/>
              <a:rect r="r" b="b" t="t" l="l"/>
              <a:pathLst>
                <a:path h="2818130" w="12174220">
                  <a:moveTo>
                    <a:pt x="0" y="328930"/>
                  </a:moveTo>
                  <a:cubicBezTo>
                    <a:pt x="0" y="147193"/>
                    <a:pt x="147193" y="0"/>
                    <a:pt x="328930" y="0"/>
                  </a:cubicBezTo>
                  <a:lnTo>
                    <a:pt x="11845290" y="0"/>
                  </a:lnTo>
                  <a:cubicBezTo>
                    <a:pt x="12026900" y="0"/>
                    <a:pt x="12174220" y="147193"/>
                    <a:pt x="12174220" y="328930"/>
                  </a:cubicBezTo>
                  <a:lnTo>
                    <a:pt x="12174220" y="2489200"/>
                  </a:lnTo>
                  <a:cubicBezTo>
                    <a:pt x="12174220" y="2670810"/>
                    <a:pt x="12027027" y="2818130"/>
                    <a:pt x="11845290" y="2818130"/>
                  </a:cubicBezTo>
                  <a:lnTo>
                    <a:pt x="328930" y="2818130"/>
                  </a:lnTo>
                  <a:cubicBezTo>
                    <a:pt x="147320" y="2818130"/>
                    <a:pt x="0" y="2670937"/>
                    <a:pt x="0" y="248920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3571200" cy="12065000"/>
              <a:chOff x="0" y="0"/>
              <a:chExt cx="23571200" cy="12065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571200" cy="12065056"/>
              </a:xfrm>
              <a:custGeom>
                <a:avLst/>
                <a:gdLst/>
                <a:ahLst/>
                <a:cxnLst/>
                <a:rect r="r" b="b" t="t" l="l"/>
                <a:pathLst>
                  <a:path h="12065056" w="23571200">
                    <a:moveTo>
                      <a:pt x="0" y="706411"/>
                    </a:moveTo>
                    <a:cubicBezTo>
                      <a:pt x="0" y="316214"/>
                      <a:pt x="235585" y="0"/>
                      <a:pt x="526288" y="0"/>
                    </a:cubicBezTo>
                    <a:lnTo>
                      <a:pt x="23044913" y="0"/>
                    </a:lnTo>
                    <a:cubicBezTo>
                      <a:pt x="23335614" y="0"/>
                      <a:pt x="23571200" y="316214"/>
                      <a:pt x="23571200" y="706411"/>
                    </a:cubicBezTo>
                    <a:lnTo>
                      <a:pt x="23571200" y="11358664"/>
                    </a:lnTo>
                    <a:cubicBezTo>
                      <a:pt x="23571200" y="11748860"/>
                      <a:pt x="23335614" y="12065056"/>
                      <a:pt x="23044913" y="12065056"/>
                    </a:cubicBezTo>
                    <a:lnTo>
                      <a:pt x="526288" y="12065056"/>
                    </a:lnTo>
                    <a:cubicBezTo>
                      <a:pt x="235585" y="12065056"/>
                      <a:pt x="0" y="11748690"/>
                      <a:pt x="0" y="11358664"/>
                    </a:cubicBezTo>
                    <a:close/>
                  </a:path>
                </a:pathLst>
              </a:custGeom>
              <a:solidFill>
                <a:srgbClr val="FAFFFA"/>
              </a:solidFill>
            </p:spPr>
          </p:sp>
        </p:grpSp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839200" cy="12065000"/>
            </a:xfrm>
            <a:custGeom>
              <a:avLst/>
              <a:gdLst/>
              <a:ahLst/>
              <a:cxnLst/>
              <a:rect r="r" b="b" t="t" l="l"/>
              <a:pathLst>
                <a:path h="12065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2065000"/>
                  </a:lnTo>
                  <a:lnTo>
                    <a:pt x="0" y="1206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090" t="0" r="-1709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93397" y="2734950"/>
            <a:ext cx="8856612" cy="3086100"/>
            <a:chOff x="0" y="0"/>
            <a:chExt cx="2332606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2606" cy="812800"/>
            </a:xfrm>
            <a:custGeom>
              <a:avLst/>
              <a:gdLst/>
              <a:ahLst/>
              <a:cxnLst/>
              <a:rect r="r" b="b" t="t" l="l"/>
              <a:pathLst>
                <a:path h="812800" w="2332606">
                  <a:moveTo>
                    <a:pt x="44581" y="0"/>
                  </a:moveTo>
                  <a:lnTo>
                    <a:pt x="2288024" y="0"/>
                  </a:lnTo>
                  <a:cubicBezTo>
                    <a:pt x="2299848" y="0"/>
                    <a:pt x="2311188" y="4697"/>
                    <a:pt x="2319548" y="13058"/>
                  </a:cubicBezTo>
                  <a:cubicBezTo>
                    <a:pt x="2327909" y="21418"/>
                    <a:pt x="2332606" y="32757"/>
                    <a:pt x="2332606" y="44581"/>
                  </a:cubicBezTo>
                  <a:lnTo>
                    <a:pt x="2332606" y="768219"/>
                  </a:lnTo>
                  <a:cubicBezTo>
                    <a:pt x="2332606" y="780043"/>
                    <a:pt x="2327909" y="791382"/>
                    <a:pt x="2319548" y="799742"/>
                  </a:cubicBezTo>
                  <a:cubicBezTo>
                    <a:pt x="2311188" y="808103"/>
                    <a:pt x="2299848" y="812800"/>
                    <a:pt x="2288024" y="812800"/>
                  </a:cubicBezTo>
                  <a:lnTo>
                    <a:pt x="44581" y="812800"/>
                  </a:lnTo>
                  <a:cubicBezTo>
                    <a:pt x="32757" y="812800"/>
                    <a:pt x="21418" y="808103"/>
                    <a:pt x="13058" y="799742"/>
                  </a:cubicBezTo>
                  <a:cubicBezTo>
                    <a:pt x="4697" y="791382"/>
                    <a:pt x="0" y="780043"/>
                    <a:pt x="0" y="768219"/>
                  </a:cubicBezTo>
                  <a:lnTo>
                    <a:pt x="0" y="44581"/>
                  </a:lnTo>
                  <a:cubicBezTo>
                    <a:pt x="0" y="32757"/>
                    <a:pt x="4697" y="21418"/>
                    <a:pt x="13058" y="13058"/>
                  </a:cubicBezTo>
                  <a:cubicBezTo>
                    <a:pt x="21418" y="4697"/>
                    <a:pt x="32757" y="0"/>
                    <a:pt x="44581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2332606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167390" y="1150879"/>
            <a:ext cx="8856613" cy="140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8799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Drying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67390" y="2929189"/>
            <a:ext cx="3426024" cy="8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6"/>
              </a:lnSpc>
            </a:pPr>
            <a:r>
              <a:rPr lang="en-US" sz="51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Function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67390" y="3600754"/>
            <a:ext cx="8582620" cy="189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47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Removes moisture from formed products.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93397" y="5954400"/>
            <a:ext cx="8856612" cy="3086100"/>
            <a:chOff x="0" y="0"/>
            <a:chExt cx="2332606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2606" cy="812800"/>
            </a:xfrm>
            <a:custGeom>
              <a:avLst/>
              <a:gdLst/>
              <a:ahLst/>
              <a:cxnLst/>
              <a:rect r="r" b="b" t="t" l="l"/>
              <a:pathLst>
                <a:path h="812800" w="2332606">
                  <a:moveTo>
                    <a:pt x="44581" y="0"/>
                  </a:moveTo>
                  <a:lnTo>
                    <a:pt x="2288024" y="0"/>
                  </a:lnTo>
                  <a:cubicBezTo>
                    <a:pt x="2299848" y="0"/>
                    <a:pt x="2311188" y="4697"/>
                    <a:pt x="2319548" y="13058"/>
                  </a:cubicBezTo>
                  <a:cubicBezTo>
                    <a:pt x="2327909" y="21418"/>
                    <a:pt x="2332606" y="32757"/>
                    <a:pt x="2332606" y="44581"/>
                  </a:cubicBezTo>
                  <a:lnTo>
                    <a:pt x="2332606" y="768219"/>
                  </a:lnTo>
                  <a:cubicBezTo>
                    <a:pt x="2332606" y="780043"/>
                    <a:pt x="2327909" y="791382"/>
                    <a:pt x="2319548" y="799742"/>
                  </a:cubicBezTo>
                  <a:cubicBezTo>
                    <a:pt x="2311188" y="808103"/>
                    <a:pt x="2299848" y="812800"/>
                    <a:pt x="2288024" y="812800"/>
                  </a:cubicBezTo>
                  <a:lnTo>
                    <a:pt x="44581" y="812800"/>
                  </a:lnTo>
                  <a:cubicBezTo>
                    <a:pt x="32757" y="812800"/>
                    <a:pt x="21418" y="808103"/>
                    <a:pt x="13058" y="799742"/>
                  </a:cubicBezTo>
                  <a:cubicBezTo>
                    <a:pt x="4697" y="791382"/>
                    <a:pt x="0" y="780043"/>
                    <a:pt x="0" y="768219"/>
                  </a:cubicBezTo>
                  <a:lnTo>
                    <a:pt x="0" y="44581"/>
                  </a:lnTo>
                  <a:cubicBezTo>
                    <a:pt x="0" y="32757"/>
                    <a:pt x="4697" y="21418"/>
                    <a:pt x="13058" y="13058"/>
                  </a:cubicBezTo>
                  <a:cubicBezTo>
                    <a:pt x="21418" y="4697"/>
                    <a:pt x="32757" y="0"/>
                    <a:pt x="44581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332606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167390" y="5959079"/>
            <a:ext cx="3426024" cy="82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9"/>
              </a:lnSpc>
            </a:pPr>
            <a:r>
              <a:rPr lang="en-US" sz="5199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Machines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93397" y="6944856"/>
            <a:ext cx="8582620" cy="1631276"/>
            <a:chOff x="0" y="0"/>
            <a:chExt cx="11443493" cy="2175035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28600"/>
              <a:ext cx="11443493" cy="1252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69144" indent="-384572" lvl="1">
                <a:lnSpc>
                  <a:spcPts val="8249"/>
                </a:lnSpc>
                <a:buFont typeface="Arial"/>
                <a:buChar char="•"/>
              </a:pPr>
              <a:r>
                <a:rPr lang="en-US" sz="51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Tunnel Dryer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922815"/>
              <a:ext cx="11443493" cy="1252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69144" indent="-384572" lvl="1">
                <a:lnSpc>
                  <a:spcPts val="8249"/>
                </a:lnSpc>
                <a:buFont typeface="Arial"/>
                <a:buChar char="•"/>
              </a:pPr>
              <a:r>
                <a:rPr lang="en-US" sz="51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Hot Air Drying Oven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571200" cy="12065000"/>
              <a:chOff x="0" y="0"/>
              <a:chExt cx="23571200" cy="1206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571200" cy="12065080"/>
              </a:xfrm>
              <a:custGeom>
                <a:avLst/>
                <a:gdLst/>
                <a:ahLst/>
                <a:cxnLst/>
                <a:rect r="r" b="b" t="t" l="l"/>
                <a:pathLst>
                  <a:path h="12065080" w="23571200">
                    <a:moveTo>
                      <a:pt x="0" y="723976"/>
                    </a:moveTo>
                    <a:cubicBezTo>
                      <a:pt x="0" y="324077"/>
                      <a:pt x="235585" y="0"/>
                      <a:pt x="526288" y="0"/>
                    </a:cubicBezTo>
                    <a:lnTo>
                      <a:pt x="23044913" y="0"/>
                    </a:lnTo>
                    <a:cubicBezTo>
                      <a:pt x="23335614" y="0"/>
                      <a:pt x="23571200" y="324077"/>
                      <a:pt x="23571200" y="723976"/>
                    </a:cubicBezTo>
                    <a:lnTo>
                      <a:pt x="23571200" y="11341133"/>
                    </a:lnTo>
                    <a:cubicBezTo>
                      <a:pt x="23571200" y="11740858"/>
                      <a:pt x="23335614" y="12065080"/>
                      <a:pt x="23044913" y="12065080"/>
                    </a:cubicBezTo>
                    <a:lnTo>
                      <a:pt x="526288" y="12065080"/>
                    </a:lnTo>
                    <a:cubicBezTo>
                      <a:pt x="235585" y="12064936"/>
                      <a:pt x="0" y="11740858"/>
                      <a:pt x="0" y="11341133"/>
                    </a:cubicBezTo>
                    <a:close/>
                  </a:path>
                </a:pathLst>
              </a:custGeom>
              <a:solidFill>
                <a:srgbClr val="FAFFFA"/>
              </a:solidFill>
            </p:spPr>
          </p:sp>
        </p:grpSp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839200" cy="12065000"/>
            </a:xfrm>
            <a:custGeom>
              <a:avLst/>
              <a:gdLst/>
              <a:ahLst/>
              <a:cxnLst/>
              <a:rect r="r" b="b" t="t" l="l"/>
              <a:pathLst>
                <a:path h="12065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2065000"/>
                  </a:lnTo>
                  <a:lnTo>
                    <a:pt x="0" y="1206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740" t="0" r="-1874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82640" y="3306866"/>
            <a:ext cx="4160657" cy="5894284"/>
            <a:chOff x="0" y="0"/>
            <a:chExt cx="1095811" cy="15524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5811" cy="1552404"/>
            </a:xfrm>
            <a:custGeom>
              <a:avLst/>
              <a:gdLst/>
              <a:ahLst/>
              <a:cxnLst/>
              <a:rect r="r" b="b" t="t" l="l"/>
              <a:pathLst>
                <a:path h="1552404" w="1095811">
                  <a:moveTo>
                    <a:pt x="94898" y="0"/>
                  </a:moveTo>
                  <a:lnTo>
                    <a:pt x="1000913" y="0"/>
                  </a:lnTo>
                  <a:cubicBezTo>
                    <a:pt x="1026081" y="0"/>
                    <a:pt x="1050219" y="9998"/>
                    <a:pt x="1068016" y="27795"/>
                  </a:cubicBezTo>
                  <a:cubicBezTo>
                    <a:pt x="1085813" y="45592"/>
                    <a:pt x="1095811" y="69729"/>
                    <a:pt x="1095811" y="94898"/>
                  </a:cubicBezTo>
                  <a:lnTo>
                    <a:pt x="1095811" y="1457506"/>
                  </a:lnTo>
                  <a:cubicBezTo>
                    <a:pt x="1095811" y="1482674"/>
                    <a:pt x="1085813" y="1506812"/>
                    <a:pt x="1068016" y="1524609"/>
                  </a:cubicBezTo>
                  <a:cubicBezTo>
                    <a:pt x="1050219" y="1542406"/>
                    <a:pt x="1026081" y="1552404"/>
                    <a:pt x="1000913" y="1552404"/>
                  </a:cubicBezTo>
                  <a:lnTo>
                    <a:pt x="94898" y="1552404"/>
                  </a:lnTo>
                  <a:cubicBezTo>
                    <a:pt x="69729" y="1552404"/>
                    <a:pt x="45592" y="1542406"/>
                    <a:pt x="27795" y="1524609"/>
                  </a:cubicBezTo>
                  <a:cubicBezTo>
                    <a:pt x="9998" y="1506812"/>
                    <a:pt x="0" y="1482674"/>
                    <a:pt x="0" y="1457506"/>
                  </a:cubicBezTo>
                  <a:lnTo>
                    <a:pt x="0" y="94898"/>
                  </a:lnTo>
                  <a:cubicBezTo>
                    <a:pt x="0" y="69729"/>
                    <a:pt x="9998" y="45592"/>
                    <a:pt x="27795" y="27795"/>
                  </a:cubicBezTo>
                  <a:cubicBezTo>
                    <a:pt x="45592" y="9998"/>
                    <a:pt x="69729" y="0"/>
                    <a:pt x="94898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095811" cy="164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00950" y="3364016"/>
            <a:ext cx="4160657" cy="5894284"/>
            <a:chOff x="0" y="0"/>
            <a:chExt cx="1095811" cy="1552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811" cy="1552404"/>
            </a:xfrm>
            <a:custGeom>
              <a:avLst/>
              <a:gdLst/>
              <a:ahLst/>
              <a:cxnLst/>
              <a:rect r="r" b="b" t="t" l="l"/>
              <a:pathLst>
                <a:path h="1552404" w="1095811">
                  <a:moveTo>
                    <a:pt x="94898" y="0"/>
                  </a:moveTo>
                  <a:lnTo>
                    <a:pt x="1000913" y="0"/>
                  </a:lnTo>
                  <a:cubicBezTo>
                    <a:pt x="1026081" y="0"/>
                    <a:pt x="1050219" y="9998"/>
                    <a:pt x="1068016" y="27795"/>
                  </a:cubicBezTo>
                  <a:cubicBezTo>
                    <a:pt x="1085813" y="45592"/>
                    <a:pt x="1095811" y="69729"/>
                    <a:pt x="1095811" y="94898"/>
                  </a:cubicBezTo>
                  <a:lnTo>
                    <a:pt x="1095811" y="1457506"/>
                  </a:lnTo>
                  <a:cubicBezTo>
                    <a:pt x="1095811" y="1482674"/>
                    <a:pt x="1085813" y="1506812"/>
                    <a:pt x="1068016" y="1524609"/>
                  </a:cubicBezTo>
                  <a:cubicBezTo>
                    <a:pt x="1050219" y="1542406"/>
                    <a:pt x="1026081" y="1552404"/>
                    <a:pt x="1000913" y="1552404"/>
                  </a:cubicBezTo>
                  <a:lnTo>
                    <a:pt x="94898" y="1552404"/>
                  </a:lnTo>
                  <a:cubicBezTo>
                    <a:pt x="69729" y="1552404"/>
                    <a:pt x="45592" y="1542406"/>
                    <a:pt x="27795" y="1524609"/>
                  </a:cubicBezTo>
                  <a:cubicBezTo>
                    <a:pt x="9998" y="1506812"/>
                    <a:pt x="0" y="1482674"/>
                    <a:pt x="0" y="1457506"/>
                  </a:cubicBezTo>
                  <a:lnTo>
                    <a:pt x="0" y="94898"/>
                  </a:lnTo>
                  <a:cubicBezTo>
                    <a:pt x="0" y="69729"/>
                    <a:pt x="9998" y="45592"/>
                    <a:pt x="27795" y="27795"/>
                  </a:cubicBezTo>
                  <a:cubicBezTo>
                    <a:pt x="45592" y="9998"/>
                    <a:pt x="69729" y="0"/>
                    <a:pt x="94898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095811" cy="164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7945244" y="3364016"/>
            <a:ext cx="1198756" cy="1198756"/>
          </a:xfrm>
          <a:custGeom>
            <a:avLst/>
            <a:gdLst/>
            <a:ahLst/>
            <a:cxnLst/>
            <a:rect r="r" b="b" t="t" l="l"/>
            <a:pathLst>
              <a:path h="1198756" w="1198756">
                <a:moveTo>
                  <a:pt x="0" y="0"/>
                </a:moveTo>
                <a:lnTo>
                  <a:pt x="1198756" y="0"/>
                </a:lnTo>
                <a:lnTo>
                  <a:pt x="1198756" y="1198756"/>
                </a:lnTo>
                <a:lnTo>
                  <a:pt x="0" y="1198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 descr="preencoded.png"/>
          <p:cNvSpPr/>
          <p:nvPr/>
        </p:nvSpPr>
        <p:spPr>
          <a:xfrm flipH="false" flipV="false" rot="0">
            <a:off x="13082066" y="3483796"/>
            <a:ext cx="959198" cy="959198"/>
          </a:xfrm>
          <a:custGeom>
            <a:avLst/>
            <a:gdLst/>
            <a:ahLst/>
            <a:cxnLst/>
            <a:rect r="r" b="b" t="t" l="l"/>
            <a:pathLst>
              <a:path h="959198" w="959198">
                <a:moveTo>
                  <a:pt x="0" y="0"/>
                </a:moveTo>
                <a:lnTo>
                  <a:pt x="959198" y="0"/>
                </a:lnTo>
                <a:lnTo>
                  <a:pt x="959198" y="959197"/>
                </a:lnTo>
                <a:lnTo>
                  <a:pt x="0" y="959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863146" y="1336644"/>
            <a:ext cx="9602170" cy="1279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9"/>
              </a:lnSpc>
            </a:pPr>
            <a:r>
              <a:rPr lang="en-US" sz="7899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Hot Press Machines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93397" y="4846562"/>
            <a:ext cx="3426024" cy="82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9"/>
              </a:lnSpc>
            </a:pPr>
            <a:r>
              <a:rPr lang="en-US" sz="5199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Function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93397" y="5885855"/>
            <a:ext cx="4359771" cy="291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3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Improves product surface quality, durability, and strength.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64231" y="4855881"/>
            <a:ext cx="3426024" cy="8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6"/>
              </a:lnSpc>
            </a:pPr>
            <a:r>
              <a:rPr lang="en-US" sz="51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Machine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64231" y="5933480"/>
            <a:ext cx="4359771" cy="167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4"/>
              </a:lnSpc>
            </a:pPr>
            <a:r>
              <a:rPr lang="en-US" sz="4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Multi-Cavity Hot Press Machine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571200" cy="12065000"/>
              <a:chOff x="0" y="0"/>
              <a:chExt cx="23571200" cy="1206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571200" cy="12065031"/>
              </a:xfrm>
              <a:custGeom>
                <a:avLst/>
                <a:gdLst/>
                <a:ahLst/>
                <a:cxnLst/>
                <a:rect r="r" b="b" t="t" l="l"/>
                <a:pathLst>
                  <a:path h="12065031" w="23571200">
                    <a:moveTo>
                      <a:pt x="0" y="626779"/>
                    </a:moveTo>
                    <a:cubicBezTo>
                      <a:pt x="0" y="280568"/>
                      <a:pt x="235585" y="0"/>
                      <a:pt x="526288" y="0"/>
                    </a:cubicBezTo>
                    <a:lnTo>
                      <a:pt x="23044913" y="0"/>
                    </a:lnTo>
                    <a:cubicBezTo>
                      <a:pt x="23335614" y="0"/>
                      <a:pt x="23571200" y="280568"/>
                      <a:pt x="23571200" y="626779"/>
                    </a:cubicBezTo>
                    <a:lnTo>
                      <a:pt x="23571200" y="11438258"/>
                    </a:lnTo>
                    <a:cubicBezTo>
                      <a:pt x="23571200" y="11784469"/>
                      <a:pt x="23335614" y="12065031"/>
                      <a:pt x="23044913" y="12065031"/>
                    </a:cubicBezTo>
                    <a:lnTo>
                      <a:pt x="526288" y="12065031"/>
                    </a:lnTo>
                    <a:cubicBezTo>
                      <a:pt x="235585" y="12065031"/>
                      <a:pt x="0" y="11784318"/>
                      <a:pt x="0" y="11438258"/>
                    </a:cubicBezTo>
                    <a:close/>
                  </a:path>
                </a:pathLst>
              </a:custGeom>
              <a:solidFill>
                <a:srgbClr val="FAFFFA"/>
              </a:solidFill>
            </p:spPr>
          </p:sp>
        </p:grpSp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839200" cy="12065000"/>
            </a:xfrm>
            <a:custGeom>
              <a:avLst/>
              <a:gdLst/>
              <a:ahLst/>
              <a:cxnLst/>
              <a:rect r="r" b="b" t="t" l="l"/>
              <a:pathLst>
                <a:path h="12065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2065000"/>
                  </a:lnTo>
                  <a:lnTo>
                    <a:pt x="0" y="1206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523" t="0" r="-952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85410" y="3668947"/>
            <a:ext cx="38100" cy="3966567"/>
            <a:chOff x="0" y="0"/>
            <a:chExt cx="50800" cy="52887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5288788"/>
            </a:xfrm>
            <a:custGeom>
              <a:avLst/>
              <a:gdLst/>
              <a:ahLst/>
              <a:cxnLst/>
              <a:rect r="r" b="b" t="t" l="l"/>
              <a:pathLst>
                <a:path h="528878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263388"/>
                  </a:lnTo>
                  <a:cubicBezTo>
                    <a:pt x="50800" y="5277358"/>
                    <a:pt x="39370" y="5288788"/>
                    <a:pt x="25400" y="5288788"/>
                  </a:cubicBezTo>
                  <a:cubicBezTo>
                    <a:pt x="11430" y="5288788"/>
                    <a:pt x="0" y="5277358"/>
                    <a:pt x="0" y="5263388"/>
                  </a:cubicBezTo>
                  <a:close/>
                </a:path>
              </a:pathLst>
            </a:custGeom>
            <a:solidFill>
              <a:srgbClr val="CED9C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612757" y="4222254"/>
            <a:ext cx="959198" cy="38100"/>
            <a:chOff x="0" y="0"/>
            <a:chExt cx="1278930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8890" cy="50800"/>
            </a:xfrm>
            <a:custGeom>
              <a:avLst/>
              <a:gdLst/>
              <a:ahLst/>
              <a:cxnLst/>
              <a:rect r="r" b="b" t="t" l="l"/>
              <a:pathLst>
                <a:path h="50800" w="127889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3490" y="0"/>
                  </a:lnTo>
                  <a:cubicBezTo>
                    <a:pt x="1267460" y="0"/>
                    <a:pt x="1278890" y="11430"/>
                    <a:pt x="1278890" y="25400"/>
                  </a:cubicBezTo>
                  <a:cubicBezTo>
                    <a:pt x="1278890" y="39370"/>
                    <a:pt x="1267460" y="50800"/>
                    <a:pt x="125349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ED9C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15212" y="3897902"/>
            <a:ext cx="616595" cy="616595"/>
            <a:chOff x="0" y="0"/>
            <a:chExt cx="822127" cy="82212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22127" cy="822127"/>
              <a:chOff x="0" y="0"/>
              <a:chExt cx="822127" cy="82212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22198" cy="822198"/>
              </a:xfrm>
              <a:custGeom>
                <a:avLst/>
                <a:gdLst/>
                <a:ahLst/>
                <a:cxnLst/>
                <a:rect r="r" b="b" t="t" l="l"/>
                <a:pathLst>
                  <a:path h="822198" w="822198">
                    <a:moveTo>
                      <a:pt x="0" y="328930"/>
                    </a:moveTo>
                    <a:cubicBezTo>
                      <a:pt x="0" y="147193"/>
                      <a:pt x="147193" y="0"/>
                      <a:pt x="328930" y="0"/>
                    </a:cubicBezTo>
                    <a:lnTo>
                      <a:pt x="493268" y="0"/>
                    </a:lnTo>
                    <a:cubicBezTo>
                      <a:pt x="674878" y="0"/>
                      <a:pt x="822198" y="147193"/>
                      <a:pt x="822198" y="328930"/>
                    </a:cubicBezTo>
                    <a:lnTo>
                      <a:pt x="822198" y="493268"/>
                    </a:lnTo>
                    <a:cubicBezTo>
                      <a:pt x="822198" y="674878"/>
                      <a:pt x="675005" y="822198"/>
                      <a:pt x="493268" y="822198"/>
                    </a:cubicBezTo>
                    <a:lnTo>
                      <a:pt x="328930" y="822198"/>
                    </a:lnTo>
                    <a:cubicBezTo>
                      <a:pt x="147193" y="822071"/>
                      <a:pt x="0" y="674878"/>
                      <a:pt x="0" y="493268"/>
                    </a:cubicBezTo>
                    <a:close/>
                  </a:path>
                </a:pathLst>
              </a:custGeom>
              <a:solidFill>
                <a:srgbClr val="E8F3E8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74242" y="175022"/>
              <a:ext cx="273645" cy="509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7"/>
                </a:lnSpc>
              </a:pPr>
              <a:r>
                <a:rPr lang="en-US" sz="3187" b="true">
                  <a:solidFill>
                    <a:srgbClr val="4054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49952" y="7060668"/>
            <a:ext cx="959198" cy="38100"/>
            <a:chOff x="0" y="0"/>
            <a:chExt cx="127893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8890" cy="50800"/>
            </a:xfrm>
            <a:custGeom>
              <a:avLst/>
              <a:gdLst/>
              <a:ahLst/>
              <a:cxnLst/>
              <a:rect r="r" b="b" t="t" l="l"/>
              <a:pathLst>
                <a:path h="50800" w="127889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3490" y="0"/>
                  </a:lnTo>
                  <a:cubicBezTo>
                    <a:pt x="1267460" y="0"/>
                    <a:pt x="1278890" y="11430"/>
                    <a:pt x="1278890" y="25400"/>
                  </a:cubicBezTo>
                  <a:cubicBezTo>
                    <a:pt x="1278890" y="39370"/>
                    <a:pt x="1267460" y="50800"/>
                    <a:pt x="125349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ED9C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60247" y="3314402"/>
            <a:ext cx="8115300" cy="2853928"/>
            <a:chOff x="0" y="0"/>
            <a:chExt cx="2137363" cy="7516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7363" cy="751652"/>
            </a:xfrm>
            <a:custGeom>
              <a:avLst/>
              <a:gdLst/>
              <a:ahLst/>
              <a:cxnLst/>
              <a:rect r="r" b="b" t="t" l="l"/>
              <a:pathLst>
                <a:path h="751652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702998"/>
                  </a:lnTo>
                  <a:cubicBezTo>
                    <a:pt x="2137363" y="729869"/>
                    <a:pt x="2115580" y="751652"/>
                    <a:pt x="2088710" y="751652"/>
                  </a:cubicBezTo>
                  <a:lnTo>
                    <a:pt x="48654" y="751652"/>
                  </a:lnTo>
                  <a:cubicBezTo>
                    <a:pt x="21783" y="751652"/>
                    <a:pt x="0" y="729869"/>
                    <a:pt x="0" y="702998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37363" cy="846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893398" y="1084660"/>
            <a:ext cx="9130605" cy="193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9"/>
              </a:lnSpc>
            </a:pPr>
            <a:r>
              <a:rPr lang="en-US" sz="6099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Trimming and Edge-Cutting Machines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11791" y="3535597"/>
            <a:ext cx="3426024" cy="70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3"/>
              </a:lnSpc>
            </a:pPr>
            <a:r>
              <a:rPr lang="en-US" sz="44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Function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1791" y="4199180"/>
            <a:ext cx="7212211" cy="157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39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Trims excess material to achieve the final shape.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996162" y="6745915"/>
            <a:ext cx="616595" cy="616595"/>
            <a:chOff x="0" y="0"/>
            <a:chExt cx="822127" cy="82212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22127" cy="822127"/>
              <a:chOff x="0" y="0"/>
              <a:chExt cx="822127" cy="82212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22198" cy="822198"/>
              </a:xfrm>
              <a:custGeom>
                <a:avLst/>
                <a:gdLst/>
                <a:ahLst/>
                <a:cxnLst/>
                <a:rect r="r" b="b" t="t" l="l"/>
                <a:pathLst>
                  <a:path h="822198" w="822198">
                    <a:moveTo>
                      <a:pt x="0" y="328930"/>
                    </a:moveTo>
                    <a:cubicBezTo>
                      <a:pt x="0" y="147193"/>
                      <a:pt x="147193" y="0"/>
                      <a:pt x="328930" y="0"/>
                    </a:cubicBezTo>
                    <a:lnTo>
                      <a:pt x="493268" y="0"/>
                    </a:lnTo>
                    <a:cubicBezTo>
                      <a:pt x="674878" y="0"/>
                      <a:pt x="822198" y="147193"/>
                      <a:pt x="822198" y="328930"/>
                    </a:cubicBezTo>
                    <a:lnTo>
                      <a:pt x="822198" y="493268"/>
                    </a:lnTo>
                    <a:cubicBezTo>
                      <a:pt x="822198" y="674878"/>
                      <a:pt x="675005" y="822198"/>
                      <a:pt x="493268" y="822198"/>
                    </a:cubicBezTo>
                    <a:lnTo>
                      <a:pt x="328930" y="822198"/>
                    </a:lnTo>
                    <a:cubicBezTo>
                      <a:pt x="147193" y="822071"/>
                      <a:pt x="0" y="674878"/>
                      <a:pt x="0" y="493268"/>
                    </a:cubicBezTo>
                    <a:close/>
                  </a:path>
                </a:pathLst>
              </a:custGeom>
              <a:solidFill>
                <a:srgbClr val="E8F3E8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31975" y="175022"/>
              <a:ext cx="358180" cy="509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7"/>
                </a:lnSpc>
              </a:pPr>
              <a:r>
                <a:rPr lang="en-US" sz="3187" b="true">
                  <a:solidFill>
                    <a:srgbClr val="4054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60247" y="6311205"/>
            <a:ext cx="8115300" cy="3028950"/>
            <a:chOff x="0" y="0"/>
            <a:chExt cx="2137363" cy="7977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7363" cy="797748"/>
            </a:xfrm>
            <a:custGeom>
              <a:avLst/>
              <a:gdLst/>
              <a:ahLst/>
              <a:cxnLst/>
              <a:rect r="r" b="b" t="t" l="l"/>
              <a:pathLst>
                <a:path h="797748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749095"/>
                  </a:lnTo>
                  <a:cubicBezTo>
                    <a:pt x="2137363" y="775965"/>
                    <a:pt x="2115580" y="797748"/>
                    <a:pt x="2088710" y="797748"/>
                  </a:cubicBezTo>
                  <a:lnTo>
                    <a:pt x="48654" y="797748"/>
                  </a:lnTo>
                  <a:cubicBezTo>
                    <a:pt x="21783" y="797748"/>
                    <a:pt x="0" y="775965"/>
                    <a:pt x="0" y="749095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2137363" cy="892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811791" y="6354961"/>
            <a:ext cx="3426024" cy="70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3"/>
              </a:lnSpc>
            </a:pPr>
            <a:r>
              <a:rPr lang="en-US" sz="44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Machines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40341" y="7159787"/>
            <a:ext cx="7212211" cy="1867683"/>
            <a:chOff x="0" y="0"/>
            <a:chExt cx="9616282" cy="2490244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161925"/>
              <a:ext cx="9616282" cy="1819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7844" indent="-263922" lvl="1">
                <a:lnSpc>
                  <a:spcPts val="5661"/>
                </a:lnSpc>
                <a:buFont typeface="Arial"/>
                <a:buChar char="•"/>
              </a:pPr>
              <a:r>
                <a:rPr lang="en-US" sz="35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Automatic Edge Trimming Machine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623344"/>
              <a:ext cx="9616282" cy="86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7844" indent="-263922" lvl="1">
                <a:lnSpc>
                  <a:spcPts val="5661"/>
                </a:lnSpc>
                <a:buFont typeface="Arial"/>
                <a:buChar char="•"/>
              </a:pPr>
              <a:r>
                <a:rPr lang="en-US" sz="35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Laser Cutter (optional)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571200" cy="12065000"/>
              <a:chOff x="0" y="0"/>
              <a:chExt cx="23571200" cy="1206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571200" cy="12064950"/>
              </a:xfrm>
              <a:custGeom>
                <a:avLst/>
                <a:gdLst/>
                <a:ahLst/>
                <a:cxnLst/>
                <a:rect r="r" b="b" t="t" l="l"/>
                <a:pathLst>
                  <a:path h="12064950" w="23571200">
                    <a:moveTo>
                      <a:pt x="0" y="664961"/>
                    </a:moveTo>
                    <a:cubicBezTo>
                      <a:pt x="0" y="297732"/>
                      <a:pt x="235585" y="0"/>
                      <a:pt x="526161" y="0"/>
                    </a:cubicBezTo>
                    <a:lnTo>
                      <a:pt x="23045038" y="0"/>
                    </a:lnTo>
                    <a:cubicBezTo>
                      <a:pt x="23335614" y="0"/>
                      <a:pt x="23571200" y="297732"/>
                      <a:pt x="23571200" y="664961"/>
                    </a:cubicBezTo>
                    <a:lnTo>
                      <a:pt x="23571200" y="11399989"/>
                    </a:lnTo>
                    <a:cubicBezTo>
                      <a:pt x="23571200" y="11767218"/>
                      <a:pt x="23335614" y="12064950"/>
                      <a:pt x="23045038" y="12064950"/>
                    </a:cubicBezTo>
                    <a:lnTo>
                      <a:pt x="526161" y="12064950"/>
                    </a:lnTo>
                    <a:cubicBezTo>
                      <a:pt x="235585" y="12064950"/>
                      <a:pt x="0" y="11767218"/>
                      <a:pt x="0" y="11399989"/>
                    </a:cubicBezTo>
                    <a:close/>
                  </a:path>
                </a:pathLst>
              </a:custGeom>
              <a:solidFill>
                <a:srgbClr val="FAFFFA"/>
              </a:solidFill>
            </p:spPr>
          </p:sp>
        </p:grpSp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839200" cy="12065000"/>
            </a:xfrm>
            <a:custGeom>
              <a:avLst/>
              <a:gdLst/>
              <a:ahLst/>
              <a:cxnLst/>
              <a:rect r="r" b="b" t="t" l="l"/>
              <a:pathLst>
                <a:path h="12065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2065000"/>
                  </a:lnTo>
                  <a:lnTo>
                    <a:pt x="0" y="1206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164" t="0" r="-13164" b="0"/>
              </a:stretch>
            </a:blip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7893398" y="2415822"/>
            <a:ext cx="1370410" cy="2192536"/>
          </a:xfrm>
          <a:custGeom>
            <a:avLst/>
            <a:gdLst/>
            <a:ahLst/>
            <a:cxnLst/>
            <a:rect r="r" b="b" t="t" l="l"/>
            <a:pathLst>
              <a:path h="2192536" w="1370410">
                <a:moveTo>
                  <a:pt x="0" y="0"/>
                </a:moveTo>
                <a:lnTo>
                  <a:pt x="1370410" y="0"/>
                </a:lnTo>
                <a:lnTo>
                  <a:pt x="1370410" y="2192536"/>
                </a:lnTo>
                <a:lnTo>
                  <a:pt x="0" y="219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" t="0" r="-84" b="0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7893398" y="5793652"/>
            <a:ext cx="1370410" cy="2192536"/>
          </a:xfrm>
          <a:custGeom>
            <a:avLst/>
            <a:gdLst/>
            <a:ahLst/>
            <a:cxnLst/>
            <a:rect r="r" b="b" t="t" l="l"/>
            <a:pathLst>
              <a:path h="2192536" w="1370410">
                <a:moveTo>
                  <a:pt x="0" y="0"/>
                </a:moveTo>
                <a:lnTo>
                  <a:pt x="1370410" y="0"/>
                </a:lnTo>
                <a:lnTo>
                  <a:pt x="1370410" y="2192536"/>
                </a:lnTo>
                <a:lnTo>
                  <a:pt x="0" y="21925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" t="0" r="-84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455125" y="2358672"/>
            <a:ext cx="7804175" cy="3086100"/>
            <a:chOff x="0" y="0"/>
            <a:chExt cx="205542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5421" cy="812800"/>
            </a:xfrm>
            <a:custGeom>
              <a:avLst/>
              <a:gdLst/>
              <a:ahLst/>
              <a:cxnLst/>
              <a:rect r="r" b="b" t="t" l="l"/>
              <a:pathLst>
                <a:path h="812800" w="2055421">
                  <a:moveTo>
                    <a:pt x="50593" y="0"/>
                  </a:moveTo>
                  <a:lnTo>
                    <a:pt x="2004827" y="0"/>
                  </a:lnTo>
                  <a:cubicBezTo>
                    <a:pt x="2032769" y="0"/>
                    <a:pt x="2055421" y="22651"/>
                    <a:pt x="2055421" y="50593"/>
                  </a:cubicBezTo>
                  <a:lnTo>
                    <a:pt x="2055421" y="762207"/>
                  </a:lnTo>
                  <a:cubicBezTo>
                    <a:pt x="2055421" y="790149"/>
                    <a:pt x="2032769" y="812800"/>
                    <a:pt x="2004827" y="812800"/>
                  </a:cubicBezTo>
                  <a:lnTo>
                    <a:pt x="50593" y="812800"/>
                  </a:lnTo>
                  <a:cubicBezTo>
                    <a:pt x="22651" y="812800"/>
                    <a:pt x="0" y="790149"/>
                    <a:pt x="0" y="762207"/>
                  </a:cubicBezTo>
                  <a:lnTo>
                    <a:pt x="0" y="50593"/>
                  </a:lnTo>
                  <a:cubicBezTo>
                    <a:pt x="0" y="22651"/>
                    <a:pt x="22651" y="0"/>
                    <a:pt x="50593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055421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93397" y="868357"/>
            <a:ext cx="10089802" cy="123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0"/>
              </a:lnSpc>
            </a:pPr>
            <a:r>
              <a:rPr lang="en-US" sz="7700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Packaging Machines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64675" y="2704503"/>
            <a:ext cx="3426024" cy="8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6"/>
              </a:lnSpc>
            </a:pPr>
            <a:r>
              <a:rPr lang="en-US" sz="51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Function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64675" y="3387328"/>
            <a:ext cx="7349132" cy="18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4599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Packages finished products for storage or shipment.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16208" y="5746027"/>
            <a:ext cx="7804175" cy="3512273"/>
            <a:chOff x="0" y="0"/>
            <a:chExt cx="2055421" cy="9250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55421" cy="925043"/>
            </a:xfrm>
            <a:custGeom>
              <a:avLst/>
              <a:gdLst/>
              <a:ahLst/>
              <a:cxnLst/>
              <a:rect r="r" b="b" t="t" l="l"/>
              <a:pathLst>
                <a:path h="925043" w="2055421">
                  <a:moveTo>
                    <a:pt x="50593" y="0"/>
                  </a:moveTo>
                  <a:lnTo>
                    <a:pt x="2004827" y="0"/>
                  </a:lnTo>
                  <a:cubicBezTo>
                    <a:pt x="2032769" y="0"/>
                    <a:pt x="2055421" y="22651"/>
                    <a:pt x="2055421" y="50593"/>
                  </a:cubicBezTo>
                  <a:lnTo>
                    <a:pt x="2055421" y="874450"/>
                  </a:lnTo>
                  <a:cubicBezTo>
                    <a:pt x="2055421" y="902392"/>
                    <a:pt x="2032769" y="925043"/>
                    <a:pt x="2004827" y="925043"/>
                  </a:cubicBezTo>
                  <a:lnTo>
                    <a:pt x="50593" y="925043"/>
                  </a:lnTo>
                  <a:cubicBezTo>
                    <a:pt x="22651" y="925043"/>
                    <a:pt x="0" y="902392"/>
                    <a:pt x="0" y="874450"/>
                  </a:cubicBezTo>
                  <a:lnTo>
                    <a:pt x="0" y="50593"/>
                  </a:lnTo>
                  <a:cubicBezTo>
                    <a:pt x="0" y="22651"/>
                    <a:pt x="22651" y="0"/>
                    <a:pt x="50593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2055421" cy="1020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674870" y="6013102"/>
            <a:ext cx="3426024" cy="79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2"/>
              </a:lnSpc>
            </a:pPr>
            <a:r>
              <a:rPr lang="en-US" sz="50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Machines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55125" y="7015759"/>
            <a:ext cx="7349132" cy="2082424"/>
            <a:chOff x="0" y="0"/>
            <a:chExt cx="9798843" cy="277656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180975"/>
              <a:ext cx="9798843" cy="2038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169" indent="-294084" lvl="1">
                <a:lnSpc>
                  <a:spcPts val="6308"/>
                </a:lnSpc>
                <a:buFont typeface="Arial"/>
                <a:buChar char="•"/>
              </a:pPr>
              <a:r>
                <a:rPr lang="en-US" sz="39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Automatic Sealing and Wrapping Machine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804604"/>
              <a:ext cx="9798843" cy="971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169" indent="-294084" lvl="1">
                <a:lnSpc>
                  <a:spcPts val="6308"/>
                </a:lnSpc>
                <a:buFont typeface="Arial"/>
                <a:buChar char="•"/>
              </a:pPr>
              <a:r>
                <a:rPr lang="en-US" sz="39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Box Filling Machine (optional)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4800" y="619125"/>
            <a:ext cx="17678400" cy="9048750"/>
            <a:chOff x="0" y="0"/>
            <a:chExt cx="23571200" cy="1206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571200" cy="12065000"/>
              <a:chOff x="0" y="0"/>
              <a:chExt cx="23571200" cy="1206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571200" cy="12064988"/>
              </a:xfrm>
              <a:custGeom>
                <a:avLst/>
                <a:gdLst/>
                <a:ahLst/>
                <a:cxnLst/>
                <a:rect r="r" b="b" t="t" l="l"/>
                <a:pathLst>
                  <a:path h="12064988" w="23571200">
                    <a:moveTo>
                      <a:pt x="0" y="723665"/>
                    </a:moveTo>
                    <a:cubicBezTo>
                      <a:pt x="0" y="323938"/>
                      <a:pt x="235585" y="0"/>
                      <a:pt x="526288" y="0"/>
                    </a:cubicBezTo>
                    <a:lnTo>
                      <a:pt x="23044913" y="0"/>
                    </a:lnTo>
                    <a:cubicBezTo>
                      <a:pt x="23335614" y="0"/>
                      <a:pt x="23571200" y="323938"/>
                      <a:pt x="23571200" y="723665"/>
                    </a:cubicBezTo>
                    <a:lnTo>
                      <a:pt x="23571200" y="11341323"/>
                    </a:lnTo>
                    <a:cubicBezTo>
                      <a:pt x="23571200" y="11741051"/>
                      <a:pt x="23335614" y="12064988"/>
                      <a:pt x="23044913" y="12064988"/>
                    </a:cubicBezTo>
                    <a:lnTo>
                      <a:pt x="526288" y="12064988"/>
                    </a:lnTo>
                    <a:cubicBezTo>
                      <a:pt x="235585" y="12064988"/>
                      <a:pt x="0" y="11741051"/>
                      <a:pt x="0" y="11341323"/>
                    </a:cubicBezTo>
                    <a:close/>
                  </a:path>
                </a:pathLst>
              </a:custGeom>
              <a:solidFill>
                <a:srgbClr val="FAFFFA"/>
              </a:solidFill>
            </p:spPr>
          </p:sp>
        </p:grpSp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839200" cy="12065000"/>
            </a:xfrm>
            <a:custGeom>
              <a:avLst/>
              <a:gdLst/>
              <a:ahLst/>
              <a:cxnLst/>
              <a:rect r="r" b="b" t="t" l="l"/>
              <a:pathLst>
                <a:path h="12065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2065000"/>
                  </a:lnTo>
                  <a:lnTo>
                    <a:pt x="0" y="1206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740" t="0" r="-1874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64231" y="3167160"/>
            <a:ext cx="4652219" cy="5487180"/>
            <a:chOff x="0" y="0"/>
            <a:chExt cx="1225276" cy="1445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5276" cy="1445183"/>
            </a:xfrm>
            <a:custGeom>
              <a:avLst/>
              <a:gdLst/>
              <a:ahLst/>
              <a:cxnLst/>
              <a:rect r="r" b="b" t="t" l="l"/>
              <a:pathLst>
                <a:path h="1445183" w="1225276">
                  <a:moveTo>
                    <a:pt x="84871" y="0"/>
                  </a:moveTo>
                  <a:lnTo>
                    <a:pt x="1140405" y="0"/>
                  </a:lnTo>
                  <a:cubicBezTo>
                    <a:pt x="1187278" y="0"/>
                    <a:pt x="1225276" y="37998"/>
                    <a:pt x="1225276" y="84871"/>
                  </a:cubicBezTo>
                  <a:lnTo>
                    <a:pt x="1225276" y="1360312"/>
                  </a:lnTo>
                  <a:cubicBezTo>
                    <a:pt x="1225276" y="1407185"/>
                    <a:pt x="1187278" y="1445183"/>
                    <a:pt x="1140405" y="1445183"/>
                  </a:cubicBezTo>
                  <a:lnTo>
                    <a:pt x="84871" y="1445183"/>
                  </a:lnTo>
                  <a:cubicBezTo>
                    <a:pt x="37998" y="1445183"/>
                    <a:pt x="0" y="1407185"/>
                    <a:pt x="0" y="1360312"/>
                  </a:cubicBezTo>
                  <a:lnTo>
                    <a:pt x="0" y="84871"/>
                  </a:lnTo>
                  <a:cubicBezTo>
                    <a:pt x="0" y="37998"/>
                    <a:pt x="37998" y="0"/>
                    <a:pt x="84871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225276" cy="1540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05055" y="3167160"/>
            <a:ext cx="4652219" cy="5487180"/>
            <a:chOff x="0" y="0"/>
            <a:chExt cx="1225276" cy="14451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5276" cy="1445183"/>
            </a:xfrm>
            <a:custGeom>
              <a:avLst/>
              <a:gdLst/>
              <a:ahLst/>
              <a:cxnLst/>
              <a:rect r="r" b="b" t="t" l="l"/>
              <a:pathLst>
                <a:path h="1445183" w="1225276">
                  <a:moveTo>
                    <a:pt x="84871" y="0"/>
                  </a:moveTo>
                  <a:lnTo>
                    <a:pt x="1140405" y="0"/>
                  </a:lnTo>
                  <a:cubicBezTo>
                    <a:pt x="1187278" y="0"/>
                    <a:pt x="1225276" y="37998"/>
                    <a:pt x="1225276" y="84871"/>
                  </a:cubicBezTo>
                  <a:lnTo>
                    <a:pt x="1225276" y="1360312"/>
                  </a:lnTo>
                  <a:cubicBezTo>
                    <a:pt x="1225276" y="1407185"/>
                    <a:pt x="1187278" y="1445183"/>
                    <a:pt x="1140405" y="1445183"/>
                  </a:cubicBezTo>
                  <a:lnTo>
                    <a:pt x="84871" y="1445183"/>
                  </a:lnTo>
                  <a:cubicBezTo>
                    <a:pt x="37998" y="1445183"/>
                    <a:pt x="0" y="1407185"/>
                    <a:pt x="0" y="1360312"/>
                  </a:cubicBezTo>
                  <a:lnTo>
                    <a:pt x="0" y="84871"/>
                  </a:lnTo>
                  <a:cubicBezTo>
                    <a:pt x="0" y="37998"/>
                    <a:pt x="37998" y="0"/>
                    <a:pt x="84871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225276" cy="1540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619330" y="1555490"/>
            <a:ext cx="10089802" cy="97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9"/>
              </a:lnSpc>
            </a:pPr>
            <a:r>
              <a:rPr lang="en-US" sz="6099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Quality Control Equipment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93398" y="3262410"/>
            <a:ext cx="4359771" cy="80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</a:pPr>
            <a:r>
              <a:rPr lang="en-US" sz="7062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60271" y="4233205"/>
            <a:ext cx="3426024" cy="91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2"/>
              </a:lnSpc>
            </a:pPr>
            <a:r>
              <a:rPr lang="en-US" sz="56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Function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93398" y="5263391"/>
            <a:ext cx="4359771" cy="241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3999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Ensures product quality meets industry standards.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64231" y="3262410"/>
            <a:ext cx="4359771" cy="80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</a:pPr>
            <a:r>
              <a:rPr lang="en-US" sz="7062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31105" y="4251842"/>
            <a:ext cx="3426024" cy="91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2"/>
              </a:lnSpc>
            </a:pPr>
            <a:r>
              <a:rPr lang="en-US" sz="56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Machines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664231" y="5434841"/>
            <a:ext cx="4359771" cy="2882524"/>
            <a:chOff x="0" y="0"/>
            <a:chExt cx="5813028" cy="384336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180975"/>
              <a:ext cx="5813028" cy="2038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169" indent="-294084" lvl="1">
                <a:lnSpc>
                  <a:spcPts val="6308"/>
                </a:lnSpc>
                <a:buFont typeface="Arial"/>
                <a:buChar char="•"/>
              </a:pPr>
              <a:r>
                <a:rPr lang="en-US" sz="39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Product Strength Tester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804604"/>
              <a:ext cx="5813028" cy="2038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8169" indent="-294084" lvl="1">
                <a:lnSpc>
                  <a:spcPts val="6308"/>
                </a:lnSpc>
                <a:buFont typeface="Arial"/>
                <a:buChar char="•"/>
              </a:pPr>
              <a:r>
                <a:rPr lang="en-US" sz="39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Moisture Content Analyzer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" y="619125"/>
            <a:ext cx="17745075" cy="9048750"/>
            <a:chOff x="0" y="0"/>
            <a:chExt cx="236601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0" y="50269"/>
              <a:ext cx="23571200" cy="11964444"/>
            </a:xfrm>
            <a:custGeom>
              <a:avLst/>
              <a:gdLst/>
              <a:ahLst/>
              <a:cxnLst/>
              <a:rect r="r" b="b" t="t" l="l"/>
              <a:pathLst>
                <a:path h="11964444" w="23571200">
                  <a:moveTo>
                    <a:pt x="0" y="595041"/>
                  </a:moveTo>
                  <a:cubicBezTo>
                    <a:pt x="0" y="266425"/>
                    <a:pt x="236728" y="0"/>
                    <a:pt x="528701" y="0"/>
                  </a:cubicBezTo>
                  <a:lnTo>
                    <a:pt x="23042499" y="0"/>
                  </a:lnTo>
                  <a:cubicBezTo>
                    <a:pt x="23334472" y="0"/>
                    <a:pt x="23571200" y="266425"/>
                    <a:pt x="23571200" y="595041"/>
                  </a:cubicBezTo>
                  <a:lnTo>
                    <a:pt x="23571200" y="11369403"/>
                  </a:lnTo>
                  <a:cubicBezTo>
                    <a:pt x="23571200" y="11698019"/>
                    <a:pt x="23334472" y="11964444"/>
                    <a:pt x="23042499" y="11964444"/>
                  </a:cubicBezTo>
                  <a:lnTo>
                    <a:pt x="528701" y="11964444"/>
                  </a:lnTo>
                  <a:cubicBezTo>
                    <a:pt x="236728" y="11964444"/>
                    <a:pt x="0" y="11698019"/>
                    <a:pt x="0" y="11369403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60100" cy="12064982"/>
            </a:xfrm>
            <a:custGeom>
              <a:avLst/>
              <a:gdLst/>
              <a:ahLst/>
              <a:cxnLst/>
              <a:rect r="r" b="b" t="t" l="l"/>
              <a:pathLst>
                <a:path h="12064982" w="23660100">
                  <a:moveTo>
                    <a:pt x="0" y="645310"/>
                  </a:moveTo>
                  <a:cubicBezTo>
                    <a:pt x="0" y="288687"/>
                    <a:pt x="256794" y="0"/>
                    <a:pt x="573151" y="0"/>
                  </a:cubicBezTo>
                  <a:lnTo>
                    <a:pt x="23086949" y="0"/>
                  </a:lnTo>
                  <a:lnTo>
                    <a:pt x="23086949" y="50269"/>
                  </a:lnTo>
                  <a:lnTo>
                    <a:pt x="23086949" y="0"/>
                  </a:lnTo>
                  <a:cubicBezTo>
                    <a:pt x="23403306" y="0"/>
                    <a:pt x="23660100" y="288687"/>
                    <a:pt x="23660100" y="645310"/>
                  </a:cubicBezTo>
                  <a:lnTo>
                    <a:pt x="23615650" y="645310"/>
                  </a:lnTo>
                  <a:lnTo>
                    <a:pt x="23660100" y="645310"/>
                  </a:lnTo>
                  <a:lnTo>
                    <a:pt x="23660100" y="11419672"/>
                  </a:lnTo>
                  <a:lnTo>
                    <a:pt x="23615650" y="11419672"/>
                  </a:lnTo>
                  <a:lnTo>
                    <a:pt x="23660100" y="11419672"/>
                  </a:lnTo>
                  <a:cubicBezTo>
                    <a:pt x="23660100" y="11776294"/>
                    <a:pt x="23403306" y="12064982"/>
                    <a:pt x="23086949" y="12064982"/>
                  </a:cubicBezTo>
                  <a:lnTo>
                    <a:pt x="23086949" y="12014713"/>
                  </a:lnTo>
                  <a:lnTo>
                    <a:pt x="23086949" y="12064982"/>
                  </a:lnTo>
                  <a:lnTo>
                    <a:pt x="573151" y="12064982"/>
                  </a:lnTo>
                  <a:lnTo>
                    <a:pt x="573151" y="12014713"/>
                  </a:lnTo>
                  <a:lnTo>
                    <a:pt x="573151" y="12064982"/>
                  </a:lnTo>
                  <a:cubicBezTo>
                    <a:pt x="256794" y="12064983"/>
                    <a:pt x="0" y="11776294"/>
                    <a:pt x="0" y="11419672"/>
                  </a:cubicBezTo>
                  <a:lnTo>
                    <a:pt x="0" y="645310"/>
                  </a:lnTo>
                  <a:lnTo>
                    <a:pt x="44450" y="645310"/>
                  </a:lnTo>
                  <a:lnTo>
                    <a:pt x="0" y="645310"/>
                  </a:lnTo>
                  <a:moveTo>
                    <a:pt x="88900" y="645310"/>
                  </a:moveTo>
                  <a:lnTo>
                    <a:pt x="88900" y="11419672"/>
                  </a:lnTo>
                  <a:lnTo>
                    <a:pt x="44450" y="11419672"/>
                  </a:lnTo>
                  <a:lnTo>
                    <a:pt x="88900" y="11419672"/>
                  </a:lnTo>
                  <a:cubicBezTo>
                    <a:pt x="88900" y="11720424"/>
                    <a:pt x="305435" y="11964444"/>
                    <a:pt x="573151" y="11964444"/>
                  </a:cubicBezTo>
                  <a:lnTo>
                    <a:pt x="23086949" y="11964444"/>
                  </a:lnTo>
                  <a:cubicBezTo>
                    <a:pt x="23354537" y="11964444"/>
                    <a:pt x="23571200" y="11720281"/>
                    <a:pt x="23571200" y="11419672"/>
                  </a:cubicBezTo>
                  <a:lnTo>
                    <a:pt x="23571200" y="645310"/>
                  </a:lnTo>
                  <a:cubicBezTo>
                    <a:pt x="23571200" y="344701"/>
                    <a:pt x="23354664" y="100538"/>
                    <a:pt x="23086949" y="100538"/>
                  </a:cubicBezTo>
                  <a:lnTo>
                    <a:pt x="573151" y="100538"/>
                  </a:lnTo>
                  <a:lnTo>
                    <a:pt x="573151" y="50269"/>
                  </a:lnTo>
                  <a:lnTo>
                    <a:pt x="573151" y="100538"/>
                  </a:lnTo>
                  <a:cubicBezTo>
                    <a:pt x="305435" y="100538"/>
                    <a:pt x="88900" y="344701"/>
                    <a:pt x="88900" y="645310"/>
                  </a:cubicBezTo>
                  <a:close/>
                </a:path>
              </a:pathLst>
            </a:custGeom>
            <a:solidFill>
              <a:srgbClr val="4A644E"/>
            </a:solidFill>
          </p:spPr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304800" y="590550"/>
            <a:ext cx="17678400" cy="3426024"/>
          </a:xfrm>
          <a:custGeom>
            <a:avLst/>
            <a:gdLst/>
            <a:ahLst/>
            <a:cxnLst/>
            <a:rect r="r" b="b" t="t" l="l"/>
            <a:pathLst>
              <a:path h="3426024" w="17678400">
                <a:moveTo>
                  <a:pt x="0" y="0"/>
                </a:moveTo>
                <a:lnTo>
                  <a:pt x="17678400" y="0"/>
                </a:lnTo>
                <a:lnTo>
                  <a:pt x="17678400" y="3426024"/>
                </a:lnTo>
                <a:lnTo>
                  <a:pt x="0" y="3426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" r="0" b="-43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6000006"/>
            <a:ext cx="15459849" cy="3412864"/>
            <a:chOff x="0" y="0"/>
            <a:chExt cx="4071730" cy="8988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71730" cy="898861"/>
            </a:xfrm>
            <a:custGeom>
              <a:avLst/>
              <a:gdLst/>
              <a:ahLst/>
              <a:cxnLst/>
              <a:rect r="r" b="b" t="t" l="l"/>
              <a:pathLst>
                <a:path h="898861" w="4071730">
                  <a:moveTo>
                    <a:pt x="25540" y="0"/>
                  </a:moveTo>
                  <a:lnTo>
                    <a:pt x="4046190" y="0"/>
                  </a:lnTo>
                  <a:cubicBezTo>
                    <a:pt x="4060295" y="0"/>
                    <a:pt x="4071730" y="11434"/>
                    <a:pt x="4071730" y="25540"/>
                  </a:cubicBezTo>
                  <a:lnTo>
                    <a:pt x="4071730" y="873322"/>
                  </a:lnTo>
                  <a:cubicBezTo>
                    <a:pt x="4071730" y="887427"/>
                    <a:pt x="4060295" y="898861"/>
                    <a:pt x="4046190" y="898861"/>
                  </a:cubicBezTo>
                  <a:lnTo>
                    <a:pt x="25540" y="898861"/>
                  </a:lnTo>
                  <a:cubicBezTo>
                    <a:pt x="11434" y="898861"/>
                    <a:pt x="0" y="887427"/>
                    <a:pt x="0" y="873322"/>
                  </a:cubicBezTo>
                  <a:lnTo>
                    <a:pt x="0" y="25540"/>
                  </a:lnTo>
                  <a:cubicBezTo>
                    <a:pt x="0" y="11434"/>
                    <a:pt x="11434" y="0"/>
                    <a:pt x="25540" y="0"/>
                  </a:cubicBezTo>
                  <a:close/>
                </a:path>
              </a:pathLst>
            </a:custGeom>
            <a:solidFill>
              <a:srgbClr val="D1E7D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071730" cy="994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63997" y="4239369"/>
            <a:ext cx="15760005" cy="176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Join the BioMade Movement: Together, Let's Build a Sustainable Future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3997" y="6031940"/>
            <a:ext cx="15224552" cy="323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</a:pPr>
            <a:r>
              <a:rPr lang="en-US" sz="3999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BioMade invites you to join our movement for a sustainable future. By choosing BioMade's eco-friendly products, you can make a difference in reducing plastic waste and promoting a circular economy.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" y="619125"/>
            <a:ext cx="17745075" cy="9048750"/>
            <a:chOff x="0" y="0"/>
            <a:chExt cx="23660100" cy="1206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0" y="68482"/>
              <a:ext cx="23571200" cy="11928133"/>
            </a:xfrm>
            <a:custGeom>
              <a:avLst/>
              <a:gdLst/>
              <a:ahLst/>
              <a:cxnLst/>
              <a:rect r="r" b="b" t="t" l="l"/>
              <a:pathLst>
                <a:path h="11928133" w="23571200">
                  <a:moveTo>
                    <a:pt x="0" y="810822"/>
                  </a:moveTo>
                  <a:cubicBezTo>
                    <a:pt x="0" y="362952"/>
                    <a:pt x="237363" y="0"/>
                    <a:pt x="530225" y="0"/>
                  </a:cubicBezTo>
                  <a:lnTo>
                    <a:pt x="23040975" y="0"/>
                  </a:lnTo>
                  <a:cubicBezTo>
                    <a:pt x="23333838" y="0"/>
                    <a:pt x="23571200" y="362952"/>
                    <a:pt x="23571200" y="810822"/>
                  </a:cubicBezTo>
                  <a:lnTo>
                    <a:pt x="23571200" y="11117310"/>
                  </a:lnTo>
                  <a:cubicBezTo>
                    <a:pt x="23571200" y="11564985"/>
                    <a:pt x="23333838" y="11928133"/>
                    <a:pt x="23040975" y="11928133"/>
                  </a:cubicBezTo>
                  <a:lnTo>
                    <a:pt x="530225" y="11928133"/>
                  </a:lnTo>
                  <a:cubicBezTo>
                    <a:pt x="237363" y="11928133"/>
                    <a:pt x="0" y="11565181"/>
                    <a:pt x="0" y="1111731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60100" cy="12065063"/>
            </a:xfrm>
            <a:custGeom>
              <a:avLst/>
              <a:gdLst/>
              <a:ahLst/>
              <a:cxnLst/>
              <a:rect r="r" b="b" t="t" l="l"/>
              <a:pathLst>
                <a:path h="12065063" w="23660100">
                  <a:moveTo>
                    <a:pt x="0" y="879304"/>
                  </a:moveTo>
                  <a:cubicBezTo>
                    <a:pt x="0" y="393085"/>
                    <a:pt x="257683" y="0"/>
                    <a:pt x="574675" y="0"/>
                  </a:cubicBezTo>
                  <a:lnTo>
                    <a:pt x="23085425" y="0"/>
                  </a:lnTo>
                  <a:lnTo>
                    <a:pt x="23085425" y="68482"/>
                  </a:lnTo>
                  <a:lnTo>
                    <a:pt x="23085425" y="0"/>
                  </a:lnTo>
                  <a:cubicBezTo>
                    <a:pt x="23402417" y="0"/>
                    <a:pt x="23660100" y="393085"/>
                    <a:pt x="23660100" y="879304"/>
                  </a:cubicBezTo>
                  <a:lnTo>
                    <a:pt x="23615650" y="879304"/>
                  </a:lnTo>
                  <a:lnTo>
                    <a:pt x="23660100" y="879304"/>
                  </a:lnTo>
                  <a:lnTo>
                    <a:pt x="23660100" y="11185792"/>
                  </a:lnTo>
                  <a:lnTo>
                    <a:pt x="23615650" y="11185792"/>
                  </a:lnTo>
                  <a:lnTo>
                    <a:pt x="23660100" y="11185792"/>
                  </a:lnTo>
                  <a:cubicBezTo>
                    <a:pt x="23660100" y="11671817"/>
                    <a:pt x="23402417" y="12065063"/>
                    <a:pt x="23085425" y="12065063"/>
                  </a:cubicBezTo>
                  <a:lnTo>
                    <a:pt x="23085425" y="11996615"/>
                  </a:lnTo>
                  <a:lnTo>
                    <a:pt x="23085425" y="12065063"/>
                  </a:lnTo>
                  <a:lnTo>
                    <a:pt x="574675" y="12065063"/>
                  </a:lnTo>
                  <a:lnTo>
                    <a:pt x="574675" y="11996615"/>
                  </a:lnTo>
                  <a:lnTo>
                    <a:pt x="574675" y="12065063"/>
                  </a:lnTo>
                  <a:cubicBezTo>
                    <a:pt x="257683" y="12065063"/>
                    <a:pt x="0" y="11671817"/>
                    <a:pt x="0" y="11185792"/>
                  </a:cubicBezTo>
                  <a:lnTo>
                    <a:pt x="0" y="879304"/>
                  </a:lnTo>
                  <a:lnTo>
                    <a:pt x="44450" y="879304"/>
                  </a:lnTo>
                  <a:lnTo>
                    <a:pt x="0" y="879304"/>
                  </a:lnTo>
                  <a:moveTo>
                    <a:pt x="88900" y="879304"/>
                  </a:moveTo>
                  <a:lnTo>
                    <a:pt x="88900" y="11185792"/>
                  </a:lnTo>
                  <a:lnTo>
                    <a:pt x="44450" y="11185792"/>
                  </a:lnTo>
                  <a:lnTo>
                    <a:pt x="88900" y="11185792"/>
                  </a:lnTo>
                  <a:cubicBezTo>
                    <a:pt x="88900" y="11595312"/>
                    <a:pt x="306070" y="11928133"/>
                    <a:pt x="574675" y="11928133"/>
                  </a:cubicBezTo>
                  <a:lnTo>
                    <a:pt x="23085425" y="11928133"/>
                  </a:lnTo>
                  <a:cubicBezTo>
                    <a:pt x="23354030" y="11928133"/>
                    <a:pt x="23571200" y="11595312"/>
                    <a:pt x="23571200" y="11185792"/>
                  </a:cubicBezTo>
                  <a:lnTo>
                    <a:pt x="23571200" y="879304"/>
                  </a:lnTo>
                  <a:cubicBezTo>
                    <a:pt x="23571200" y="469784"/>
                    <a:pt x="23354030" y="136963"/>
                    <a:pt x="23085425" y="136963"/>
                  </a:cubicBezTo>
                  <a:lnTo>
                    <a:pt x="574675" y="136963"/>
                  </a:lnTo>
                  <a:lnTo>
                    <a:pt x="574675" y="68482"/>
                  </a:lnTo>
                  <a:lnTo>
                    <a:pt x="574675" y="136963"/>
                  </a:lnTo>
                  <a:cubicBezTo>
                    <a:pt x="306070" y="136963"/>
                    <a:pt x="88900" y="469784"/>
                    <a:pt x="88900" y="879304"/>
                  </a:cubicBezTo>
                  <a:close/>
                </a:path>
              </a:pathLst>
            </a:custGeom>
            <a:solidFill>
              <a:srgbClr val="4A644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94340" y="2081285"/>
            <a:ext cx="17295465" cy="252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9"/>
              </a:lnSpc>
            </a:pPr>
            <a:r>
              <a:rPr lang="en-US" sz="7899" b="true">
                <a:solidFill>
                  <a:srgbClr val="3B4540"/>
                </a:solidFill>
                <a:latin typeface="Arimo Bold"/>
                <a:ea typeface="Arimo Bold"/>
                <a:cs typeface="Arimo Bold"/>
                <a:sym typeface="Arimo Bold"/>
              </a:rPr>
              <a:t>Contact Us: Get in Touch with BioMade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04900" y="5143500"/>
            <a:ext cx="15877728" cy="3357959"/>
            <a:chOff x="0" y="0"/>
            <a:chExt cx="21170304" cy="447727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0970220" y="0"/>
              <a:ext cx="10200084" cy="4477279"/>
              <a:chOff x="0" y="0"/>
              <a:chExt cx="2014831" cy="88440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14831" cy="884401"/>
              </a:xfrm>
              <a:custGeom>
                <a:avLst/>
                <a:gdLst/>
                <a:ahLst/>
                <a:cxnLst/>
                <a:rect r="r" b="b" t="t" l="l"/>
                <a:pathLst>
                  <a:path h="884401" w="2014831">
                    <a:moveTo>
                      <a:pt x="51612" y="0"/>
                    </a:moveTo>
                    <a:lnTo>
                      <a:pt x="1963219" y="0"/>
                    </a:lnTo>
                    <a:cubicBezTo>
                      <a:pt x="1991724" y="0"/>
                      <a:pt x="2014831" y="23108"/>
                      <a:pt x="2014831" y="51612"/>
                    </a:cubicBezTo>
                    <a:lnTo>
                      <a:pt x="2014831" y="832788"/>
                    </a:lnTo>
                    <a:cubicBezTo>
                      <a:pt x="2014831" y="861293"/>
                      <a:pt x="1991724" y="884401"/>
                      <a:pt x="1963219" y="884401"/>
                    </a:cubicBezTo>
                    <a:lnTo>
                      <a:pt x="51612" y="884401"/>
                    </a:lnTo>
                    <a:cubicBezTo>
                      <a:pt x="23108" y="884401"/>
                      <a:pt x="0" y="861293"/>
                      <a:pt x="0" y="832788"/>
                    </a:cubicBezTo>
                    <a:lnTo>
                      <a:pt x="0" y="51612"/>
                    </a:lnTo>
                    <a:cubicBezTo>
                      <a:pt x="0" y="23108"/>
                      <a:pt x="23108" y="0"/>
                      <a:pt x="51612" y="0"/>
                    </a:cubicBezTo>
                    <a:close/>
                  </a:path>
                </a:pathLst>
              </a:custGeom>
              <a:solidFill>
                <a:srgbClr val="D1E7D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0"/>
                <a:ext cx="2014831" cy="979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3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0200084" cy="4477279"/>
              <a:chOff x="0" y="0"/>
              <a:chExt cx="2014831" cy="88440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14831" cy="884401"/>
              </a:xfrm>
              <a:custGeom>
                <a:avLst/>
                <a:gdLst/>
                <a:ahLst/>
                <a:cxnLst/>
                <a:rect r="r" b="b" t="t" l="l"/>
                <a:pathLst>
                  <a:path h="884401" w="2014831">
                    <a:moveTo>
                      <a:pt x="51612" y="0"/>
                    </a:moveTo>
                    <a:lnTo>
                      <a:pt x="1963219" y="0"/>
                    </a:lnTo>
                    <a:cubicBezTo>
                      <a:pt x="1991724" y="0"/>
                      <a:pt x="2014831" y="23108"/>
                      <a:pt x="2014831" y="51612"/>
                    </a:cubicBezTo>
                    <a:lnTo>
                      <a:pt x="2014831" y="832788"/>
                    </a:lnTo>
                    <a:cubicBezTo>
                      <a:pt x="2014831" y="861293"/>
                      <a:pt x="1991724" y="884401"/>
                      <a:pt x="1963219" y="884401"/>
                    </a:cubicBezTo>
                    <a:lnTo>
                      <a:pt x="51612" y="884401"/>
                    </a:lnTo>
                    <a:cubicBezTo>
                      <a:pt x="23108" y="884401"/>
                      <a:pt x="0" y="861293"/>
                      <a:pt x="0" y="832788"/>
                    </a:cubicBezTo>
                    <a:lnTo>
                      <a:pt x="0" y="51612"/>
                    </a:lnTo>
                    <a:cubicBezTo>
                      <a:pt x="0" y="23108"/>
                      <a:pt x="23108" y="0"/>
                      <a:pt x="51612" y="0"/>
                    </a:cubicBezTo>
                    <a:close/>
                  </a:path>
                </a:pathLst>
              </a:custGeom>
              <a:solidFill>
                <a:srgbClr val="D1E7D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0"/>
                <a:ext cx="2014831" cy="979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3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68536" y="1607858"/>
              <a:ext cx="9748043" cy="93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47"/>
                </a:lnSpc>
              </a:pPr>
              <a:r>
                <a:rPr lang="en-US" sz="38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Address: Dhaka, Bangladesh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68536" y="257615"/>
              <a:ext cx="4568032" cy="1123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32"/>
                </a:lnSpc>
              </a:pPr>
              <a:r>
                <a:rPr lang="en-US" sz="5300" b="true">
                  <a:solidFill>
                    <a:srgbClr val="3B454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BioMade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175206" y="257615"/>
              <a:ext cx="9748043" cy="1123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32"/>
                </a:lnSpc>
              </a:pPr>
              <a:r>
                <a:rPr lang="en-US" sz="5300" b="true">
                  <a:solidFill>
                    <a:srgbClr val="3B454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Contact Information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320661" y="1617383"/>
              <a:ext cx="9748043" cy="86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61"/>
                </a:lnSpc>
              </a:pPr>
              <a:r>
                <a:rPr lang="en-US" sz="35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Email: jakirhossainjoy77@gmail.com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320661" y="2530988"/>
              <a:ext cx="9748043" cy="86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61"/>
                </a:lnSpc>
              </a:pPr>
              <a:r>
                <a:rPr lang="en-US" sz="35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WhatsApp: +8801707370333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1320661" y="3444595"/>
              <a:ext cx="9748043" cy="866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61"/>
                </a:lnSpc>
              </a:pPr>
              <a:r>
                <a:rPr lang="en-US" sz="3500">
                  <a:solidFill>
                    <a:srgbClr val="405449"/>
                  </a:solidFill>
                  <a:latin typeface="Arimo"/>
                  <a:ea typeface="Arimo"/>
                  <a:cs typeface="Arimo"/>
                  <a:sym typeface="Arimo"/>
                </a:rPr>
                <a:t>Phone: +8801707370333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DAGctktcJcs</dc:identifier>
  <dcterms:modified xsi:type="dcterms:W3CDTF">2011-08-01T06:04:30Z</dcterms:modified>
  <cp:revision>1</cp:revision>
  <dc:title>BioMade-Eco-Friendly-Solutions-for-a-Sustainable-Future (2).pptx</dc:title>
</cp:coreProperties>
</file>